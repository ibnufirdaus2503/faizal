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D796-B894-8E9A-ED1F-D638FF212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79FCE-06E6-0FFC-B552-F3BF6ADFA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97DDA-5783-CBEB-F7FC-BE34DAE1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41356-D44A-3CB3-0BE6-DD09801A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3F68-3FE4-D1F9-1424-7A0FD683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1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FDDC-A32F-3281-2E2B-B704F17D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BD58-2E0F-354E-A665-AD50D344B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9B99-0A74-322D-9A22-2BB70D65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220CD-9915-8378-6DB6-C5B7F094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A3CB4-CA13-7882-5729-E4CFBB76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2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ADD7-6BEB-04B3-838B-D1D1B75D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01E53-47A9-A875-A16A-7E35E1AAC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B3A5E-3C43-BF92-17D2-FC43E384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EA696-7032-3656-6502-A663C366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D6634-576F-4AA9-75D5-53C9C64C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6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D8AE-374E-F1D3-B0DA-6ECE9BEC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1B8D-E918-9A58-EA2E-6C5A3FB26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44343-3100-83A5-0123-9CC0BE12E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7C7F0-FD44-464D-B5B2-19FFF87C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B5CAB-4FC0-4ADA-810E-0154ACA9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32749-9F1C-EFBB-467D-DD4C6715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91F1-2701-FD88-86A9-9FE62657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DDDF9-4026-C6DE-B9DF-B57D679E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68CCB-5238-61E3-19D2-AE343CC16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0BC86B-5984-22BE-13D4-C58B0A7C6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7F470-4E0A-AE02-3FE9-B6DEE7A5F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B3814-4002-3053-1643-46CA3FD6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2B8E2-E4E0-607B-AF90-E5765032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0ED51-0B1F-72A0-71FB-ABDC9E4C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1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5079-6A6E-5783-2B69-0C944262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BCEB8-BDDA-B022-8894-FE81FB29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C86F2-A45F-B8AD-A5CE-756EB34C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315E4-AABC-77CD-6B98-1572001B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0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24301-7211-AE69-C9E2-B00856E1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A7CA8-1C69-D3A9-B09B-C0E7C8E6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7CACA-85CE-27D3-AE63-69CE87F0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35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C16F-7A6A-E5DF-7A3D-8421187D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232D-05DB-E708-3DA9-5D31884E4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78668-CB57-578D-1C8B-5E8D598DE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0C11-A1F0-9E1D-13FC-BBDD033D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A1A8D-60FD-945B-CC77-BBE9889D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1E294-AA59-5541-F613-AD8132E0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04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B793-9D0C-2C73-1628-5008A5B7F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8B19F8-BD1C-FC60-7380-0363D4633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953D5-3F31-E9B5-BC1A-32C953BE7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F7967-5E3F-0DD5-B9A9-1F266424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CDD44-A0D8-5EEF-88A3-5DC8E7AC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63F40-2A32-1BB3-B176-0BE93014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0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A369-410F-408A-1CF9-73A061E57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B5CC3-3B8F-94ED-E5E3-D554B5753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77A14-A31F-7A1A-8274-70B2B1C0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263A6-1556-900E-185F-82513B8B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164E-5072-AF20-1803-54992645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44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1CCEE5-C07F-FC25-60C6-AAF1C4318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8B304-9549-1ED4-8F38-335EC1119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30B1F-48FC-0B7A-C1E0-2549A020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13DED-608B-672A-5361-B4033EE4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697B8-179B-04EA-63DC-78EFCCB3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77800-BDE8-4E85-E0CD-60AFC1F48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A44F6-D66C-99E4-2C25-652AA145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2D784-9C16-C066-525A-ADE5F6414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946EB-8E5F-4E35-BF87-FE63EA9F8CE4}" type="datetimeFigureOut">
              <a:rPr lang="en-US" smtClean="0"/>
              <a:t>2025/07/11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93208-CA27-A76D-5FF3-3B190387A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EE5D4-EF17-9327-0F98-AA0D91F0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5DB2A-8198-4F56-8B15-F14E1A396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1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418FCD-18E3-1DDB-F97B-2E05BD8CE94E}"/>
              </a:ext>
            </a:extLst>
          </p:cNvPr>
          <p:cNvSpPr/>
          <p:nvPr/>
        </p:nvSpPr>
        <p:spPr>
          <a:xfrm>
            <a:off x="3535680" y="1422400"/>
            <a:ext cx="4500880" cy="1747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2C6CC0-9A72-5F66-F7FE-3ECA320D391C}"/>
              </a:ext>
            </a:extLst>
          </p:cNvPr>
          <p:cNvSpPr/>
          <p:nvPr/>
        </p:nvSpPr>
        <p:spPr>
          <a:xfrm>
            <a:off x="3728720" y="1625600"/>
            <a:ext cx="40640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- &gt; MASTER CUSTOMER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6FBB1-47AB-22AE-1181-DC3C9F21FC1A}"/>
              </a:ext>
            </a:extLst>
          </p:cNvPr>
          <p:cNvSpPr/>
          <p:nvPr/>
        </p:nvSpPr>
        <p:spPr>
          <a:xfrm>
            <a:off x="3728720" y="2407920"/>
            <a:ext cx="40640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- &gt; MASTER  COLOR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3570C-CF0B-C25C-367E-685B44EF7B24}"/>
              </a:ext>
            </a:extLst>
          </p:cNvPr>
          <p:cNvSpPr/>
          <p:nvPr/>
        </p:nvSpPr>
        <p:spPr>
          <a:xfrm>
            <a:off x="3870960" y="3393440"/>
            <a:ext cx="4064000" cy="6705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MOLD- &gt; MOLD MASTER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FEB3FE-9560-A6CB-0520-FA832CF32951}"/>
              </a:ext>
            </a:extLst>
          </p:cNvPr>
          <p:cNvSpPr/>
          <p:nvPr/>
        </p:nvSpPr>
        <p:spPr>
          <a:xfrm>
            <a:off x="3870960" y="4175760"/>
            <a:ext cx="4064000" cy="6705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MATERIAL- &gt; FORMULA MATERIAL BY MODEL AND COLOR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A42BB1-157D-2B0B-DEC5-0346CE6427F7}"/>
              </a:ext>
            </a:extLst>
          </p:cNvPr>
          <p:cNvSpPr/>
          <p:nvPr/>
        </p:nvSpPr>
        <p:spPr>
          <a:xfrm>
            <a:off x="3870960" y="5003800"/>
            <a:ext cx="4064000" cy="6705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- &gt; ENTRY PO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8C74C-4624-C57D-4FFF-79D2F31E14A3}"/>
              </a:ext>
            </a:extLst>
          </p:cNvPr>
          <p:cNvSpPr/>
          <p:nvPr/>
        </p:nvSpPr>
        <p:spPr>
          <a:xfrm>
            <a:off x="3870960" y="5831840"/>
            <a:ext cx="4064000" cy="6705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- &gt;  CREATE BARCODE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E347CA-1F76-11B3-B346-1F02ECE727A6}"/>
              </a:ext>
            </a:extLst>
          </p:cNvPr>
          <p:cNvSpPr/>
          <p:nvPr/>
        </p:nvSpPr>
        <p:spPr>
          <a:xfrm>
            <a:off x="2733040" y="195580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6C6E14-A1D2-3DBE-2FC8-F949ABFD10B4}"/>
              </a:ext>
            </a:extLst>
          </p:cNvPr>
          <p:cNvSpPr/>
          <p:nvPr/>
        </p:nvSpPr>
        <p:spPr>
          <a:xfrm>
            <a:off x="2763520" y="340868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B4B67C-52CD-BB19-E38A-C1A95305862A}"/>
              </a:ext>
            </a:extLst>
          </p:cNvPr>
          <p:cNvSpPr/>
          <p:nvPr/>
        </p:nvSpPr>
        <p:spPr>
          <a:xfrm>
            <a:off x="2733040" y="425196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CB58A2-6A17-B27A-7547-B03C2ED40CA2}"/>
              </a:ext>
            </a:extLst>
          </p:cNvPr>
          <p:cNvSpPr/>
          <p:nvPr/>
        </p:nvSpPr>
        <p:spPr>
          <a:xfrm>
            <a:off x="2733040" y="509524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3E41125-6945-A65D-D86F-1DDBFBB007FC}"/>
              </a:ext>
            </a:extLst>
          </p:cNvPr>
          <p:cNvSpPr/>
          <p:nvPr/>
        </p:nvSpPr>
        <p:spPr>
          <a:xfrm>
            <a:off x="2733040" y="58623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79CA11-6555-CF0D-29A4-855C3B1E0D82}"/>
              </a:ext>
            </a:extLst>
          </p:cNvPr>
          <p:cNvSpPr txBox="1"/>
          <p:nvPr/>
        </p:nvSpPr>
        <p:spPr>
          <a:xfrm>
            <a:off x="4470400" y="558800"/>
            <a:ext cx="2409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URUTAN PROSES ENTRY</a:t>
            </a:r>
          </a:p>
        </p:txBody>
      </p:sp>
    </p:spTree>
    <p:extLst>
      <p:ext uri="{BB962C8B-B14F-4D97-AF65-F5344CB8AC3E}">
        <p14:creationId xmlns:p14="http://schemas.microsoft.com/office/powerpoint/2010/main" val="385147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B1F6223-0E7B-CD54-5EE0-2E3CABFE2F59}"/>
              </a:ext>
            </a:extLst>
          </p:cNvPr>
          <p:cNvSpPr/>
          <p:nvPr/>
        </p:nvSpPr>
        <p:spPr>
          <a:xfrm>
            <a:off x="690880" y="26365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092EC-637E-04E8-7FAC-14D1B29CE019}"/>
              </a:ext>
            </a:extLst>
          </p:cNvPr>
          <p:cNvSpPr/>
          <p:nvPr/>
        </p:nvSpPr>
        <p:spPr>
          <a:xfrm>
            <a:off x="1666240" y="2606040"/>
            <a:ext cx="40640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- &gt; MASTER CUSTOMER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DEEB90-3983-75A3-4005-46CABE223C52}"/>
              </a:ext>
            </a:extLst>
          </p:cNvPr>
          <p:cNvSpPr/>
          <p:nvPr/>
        </p:nvSpPr>
        <p:spPr>
          <a:xfrm>
            <a:off x="7620000" y="105156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CUSTOMER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75A42-7E11-1181-5E8D-E55B71F98327}"/>
              </a:ext>
            </a:extLst>
          </p:cNvPr>
          <p:cNvSpPr/>
          <p:nvPr/>
        </p:nvSpPr>
        <p:spPr>
          <a:xfrm>
            <a:off x="7620000" y="265684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 CUSTOMER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6C71E5-AD4A-AEA2-80B7-ADD1D72447DD}"/>
              </a:ext>
            </a:extLst>
          </p:cNvPr>
          <p:cNvSpPr/>
          <p:nvPr/>
        </p:nvSpPr>
        <p:spPr>
          <a:xfrm>
            <a:off x="7620000" y="409956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HAPUS CUSTOMER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545264-28E2-FE80-701C-19969B6EB0E8}"/>
              </a:ext>
            </a:extLst>
          </p:cNvPr>
          <p:cNvSpPr/>
          <p:nvPr/>
        </p:nvSpPr>
        <p:spPr>
          <a:xfrm>
            <a:off x="6736080" y="111252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A06CEB1-885E-919C-E32D-FED437EB8693}"/>
              </a:ext>
            </a:extLst>
          </p:cNvPr>
          <p:cNvSpPr/>
          <p:nvPr/>
        </p:nvSpPr>
        <p:spPr>
          <a:xfrm>
            <a:off x="6736080" y="26263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0080B0-1EA9-A13D-F0EB-1F145989BB80}"/>
              </a:ext>
            </a:extLst>
          </p:cNvPr>
          <p:cNvSpPr/>
          <p:nvPr/>
        </p:nvSpPr>
        <p:spPr>
          <a:xfrm>
            <a:off x="6736080" y="40995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9B2F43D-7502-5A1E-FF25-A3E07A94B470}"/>
              </a:ext>
            </a:extLst>
          </p:cNvPr>
          <p:cNvCxnSpPr>
            <a:stCxn id="6" idx="3"/>
            <a:endCxn id="26" idx="2"/>
          </p:cNvCxnSpPr>
          <p:nvPr/>
        </p:nvCxnSpPr>
        <p:spPr>
          <a:xfrm flipV="1">
            <a:off x="5730240" y="1417320"/>
            <a:ext cx="1005840" cy="1524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17D29DB-328B-FEB8-C886-FA854796B4BD}"/>
              </a:ext>
            </a:extLst>
          </p:cNvPr>
          <p:cNvCxnSpPr>
            <a:stCxn id="6" idx="3"/>
            <a:endCxn id="28" idx="2"/>
          </p:cNvCxnSpPr>
          <p:nvPr/>
        </p:nvCxnSpPr>
        <p:spPr>
          <a:xfrm>
            <a:off x="5730240" y="2941320"/>
            <a:ext cx="1005840" cy="14630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031A29D-5275-F64A-D442-A38F618615FD}"/>
              </a:ext>
            </a:extLst>
          </p:cNvPr>
          <p:cNvCxnSpPr>
            <a:cxnSpLocks/>
            <a:stCxn id="6" idx="3"/>
            <a:endCxn id="27" idx="2"/>
          </p:cNvCxnSpPr>
          <p:nvPr/>
        </p:nvCxnSpPr>
        <p:spPr>
          <a:xfrm flipV="1">
            <a:off x="5730240" y="2931160"/>
            <a:ext cx="1005840" cy="1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B04C00E4-307C-FFF3-53B2-2F09D63B9636}"/>
              </a:ext>
            </a:extLst>
          </p:cNvPr>
          <p:cNvSpPr/>
          <p:nvPr/>
        </p:nvSpPr>
        <p:spPr>
          <a:xfrm>
            <a:off x="6736080" y="520192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CEF70D-D6B9-6BE0-447C-BFEAF9E5D9E6}"/>
              </a:ext>
            </a:extLst>
          </p:cNvPr>
          <p:cNvSpPr/>
          <p:nvPr/>
        </p:nvSpPr>
        <p:spPr>
          <a:xfrm>
            <a:off x="7620000" y="513588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CATATAN PENTING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713EE57-F3FF-6100-447D-07018E1C11D6}"/>
              </a:ext>
            </a:extLst>
          </p:cNvPr>
          <p:cNvCxnSpPr>
            <a:stCxn id="6" idx="3"/>
            <a:endCxn id="36" idx="2"/>
          </p:cNvCxnSpPr>
          <p:nvPr/>
        </p:nvCxnSpPr>
        <p:spPr>
          <a:xfrm>
            <a:off x="5730240" y="2941320"/>
            <a:ext cx="1005840" cy="2565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136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B9A7D31-56AC-9CF9-4391-3ACBF971E9B5}"/>
              </a:ext>
            </a:extLst>
          </p:cNvPr>
          <p:cNvSpPr/>
          <p:nvPr/>
        </p:nvSpPr>
        <p:spPr>
          <a:xfrm>
            <a:off x="416560" y="27940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334DC-097F-8995-52DC-3677F8577A22}"/>
              </a:ext>
            </a:extLst>
          </p:cNvPr>
          <p:cNvSpPr/>
          <p:nvPr/>
        </p:nvSpPr>
        <p:spPr>
          <a:xfrm>
            <a:off x="1391920" y="248920"/>
            <a:ext cx="40640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- &gt; MASTER CUSTOMER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3847E-43EF-3F65-5F3B-104C838FE863}"/>
              </a:ext>
            </a:extLst>
          </p:cNvPr>
          <p:cNvSpPr/>
          <p:nvPr/>
        </p:nvSpPr>
        <p:spPr>
          <a:xfrm>
            <a:off x="1391920" y="10414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CUSTOMER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1F97FC-0D78-3CBA-E2F5-B84BF6403AF6}"/>
              </a:ext>
            </a:extLst>
          </p:cNvPr>
          <p:cNvSpPr/>
          <p:nvPr/>
        </p:nvSpPr>
        <p:spPr>
          <a:xfrm>
            <a:off x="416560" y="104140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EB3F3-BEC1-F639-9FAE-E57706C99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2267356"/>
            <a:ext cx="8910320" cy="43112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FF65471-5873-3B46-2132-00636AB61055}"/>
              </a:ext>
            </a:extLst>
          </p:cNvPr>
          <p:cNvSpPr/>
          <p:nvPr/>
        </p:nvSpPr>
        <p:spPr>
          <a:xfrm>
            <a:off x="1869440" y="523240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30D5F-FC4D-9AF5-E7A4-8ED0AE4140DE}"/>
              </a:ext>
            </a:extLst>
          </p:cNvPr>
          <p:cNvSpPr/>
          <p:nvPr/>
        </p:nvSpPr>
        <p:spPr>
          <a:xfrm>
            <a:off x="3779520" y="274487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B7ACA-137D-0D04-48C4-DCB01756AF85}"/>
              </a:ext>
            </a:extLst>
          </p:cNvPr>
          <p:cNvSpPr/>
          <p:nvPr/>
        </p:nvSpPr>
        <p:spPr>
          <a:xfrm>
            <a:off x="4378960" y="278551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B9BCED-DB05-265B-FEF9-9D767CFF8057}"/>
              </a:ext>
            </a:extLst>
          </p:cNvPr>
          <p:cNvSpPr/>
          <p:nvPr/>
        </p:nvSpPr>
        <p:spPr>
          <a:xfrm>
            <a:off x="6217920" y="42672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7671FC-2DB0-6153-C14F-2FFD17487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440" y="374621"/>
            <a:ext cx="428685" cy="4191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30DC42-9496-DB46-12AA-476A5B151153}"/>
              </a:ext>
            </a:extLst>
          </p:cNvPr>
          <p:cNvSpPr txBox="1"/>
          <p:nvPr/>
        </p:nvSpPr>
        <p:spPr>
          <a:xfrm>
            <a:off x="6573520" y="426720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Icon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3BAFA-50B2-3C91-FCD2-4761BD0DF024}"/>
              </a:ext>
            </a:extLst>
          </p:cNvPr>
          <p:cNvSpPr/>
          <p:nvPr/>
        </p:nvSpPr>
        <p:spPr>
          <a:xfrm>
            <a:off x="6217920" y="86997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99FD26-F2CE-9ADC-38DD-A2E841680BFE}"/>
              </a:ext>
            </a:extLst>
          </p:cNvPr>
          <p:cNvSpPr txBox="1"/>
          <p:nvPr/>
        </p:nvSpPr>
        <p:spPr>
          <a:xfrm>
            <a:off x="6573519" y="889000"/>
            <a:ext cx="9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Isi data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12778C-3BC3-18A0-D819-4DE1E79E24D1}"/>
              </a:ext>
            </a:extLst>
          </p:cNvPr>
          <p:cNvSpPr/>
          <p:nvPr/>
        </p:nvSpPr>
        <p:spPr>
          <a:xfrm>
            <a:off x="6217920" y="137449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A16DB17-8361-23A0-55C3-53AB9B995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493" y="1343686"/>
            <a:ext cx="409632" cy="41915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6D93270-14BB-EBD2-00DF-1E460052F1C4}"/>
              </a:ext>
            </a:extLst>
          </p:cNvPr>
          <p:cNvSpPr txBox="1"/>
          <p:nvPr/>
        </p:nvSpPr>
        <p:spPr>
          <a:xfrm>
            <a:off x="6573519" y="1342628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Icon</a:t>
            </a:r>
          </a:p>
        </p:txBody>
      </p:sp>
    </p:spTree>
    <p:extLst>
      <p:ext uri="{BB962C8B-B14F-4D97-AF65-F5344CB8AC3E}">
        <p14:creationId xmlns:p14="http://schemas.microsoft.com/office/powerpoint/2010/main" val="231049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9E4E90B-341A-1300-C7E5-ED25D0AF50A0}"/>
              </a:ext>
            </a:extLst>
          </p:cNvPr>
          <p:cNvSpPr/>
          <p:nvPr/>
        </p:nvSpPr>
        <p:spPr>
          <a:xfrm>
            <a:off x="416560" y="27940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C0B00-D60A-222E-AF60-20B199028FD2}"/>
              </a:ext>
            </a:extLst>
          </p:cNvPr>
          <p:cNvSpPr/>
          <p:nvPr/>
        </p:nvSpPr>
        <p:spPr>
          <a:xfrm>
            <a:off x="1391920" y="248920"/>
            <a:ext cx="40640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- &gt; MASTER CUSTOMER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B289F-96AA-C7D7-82EF-79465FCC417C}"/>
              </a:ext>
            </a:extLst>
          </p:cNvPr>
          <p:cNvSpPr/>
          <p:nvPr/>
        </p:nvSpPr>
        <p:spPr>
          <a:xfrm>
            <a:off x="1391920" y="10414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CUSTOMER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E6B74F-2CEE-7089-E383-A662AB381330}"/>
              </a:ext>
            </a:extLst>
          </p:cNvPr>
          <p:cNvSpPr/>
          <p:nvPr/>
        </p:nvSpPr>
        <p:spPr>
          <a:xfrm>
            <a:off x="416560" y="104140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68E6DF-2D77-7243-EC79-06D8F8A403B6}"/>
              </a:ext>
            </a:extLst>
          </p:cNvPr>
          <p:cNvSpPr/>
          <p:nvPr/>
        </p:nvSpPr>
        <p:spPr>
          <a:xfrm>
            <a:off x="6217920" y="42672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0B6AA3-E465-6AD8-4FD6-85E6B3EC453E}"/>
              </a:ext>
            </a:extLst>
          </p:cNvPr>
          <p:cNvSpPr txBox="1"/>
          <p:nvPr/>
        </p:nvSpPr>
        <p:spPr>
          <a:xfrm>
            <a:off x="6573520" y="426720"/>
            <a:ext cx="347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 Click Data yang </a:t>
            </a:r>
            <a:r>
              <a:rPr lang="en-US" dirty="0" err="1"/>
              <a:t>akan</a:t>
            </a:r>
            <a:r>
              <a:rPr lang="en-US" dirty="0"/>
              <a:t> di edit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E1BFB-2F39-C135-E95F-D9FE76F086FD}"/>
              </a:ext>
            </a:extLst>
          </p:cNvPr>
          <p:cNvSpPr/>
          <p:nvPr/>
        </p:nvSpPr>
        <p:spPr>
          <a:xfrm>
            <a:off x="6217920" y="86997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C97E0-9524-4650-BA84-164EBC98C8E7}"/>
              </a:ext>
            </a:extLst>
          </p:cNvPr>
          <p:cNvSpPr txBox="1"/>
          <p:nvPr/>
        </p:nvSpPr>
        <p:spPr>
          <a:xfrm>
            <a:off x="6573519" y="889000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 data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B11438-7D12-E495-34A1-03A1E5C632C4}"/>
              </a:ext>
            </a:extLst>
          </p:cNvPr>
          <p:cNvSpPr/>
          <p:nvPr/>
        </p:nvSpPr>
        <p:spPr>
          <a:xfrm>
            <a:off x="6217920" y="137449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746205-54A8-D583-3436-F8608C98E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493" y="1343686"/>
            <a:ext cx="409632" cy="4191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70AA68-7AE4-739E-51BD-3E26F44E66AF}"/>
              </a:ext>
            </a:extLst>
          </p:cNvPr>
          <p:cNvSpPr txBox="1"/>
          <p:nvPr/>
        </p:nvSpPr>
        <p:spPr>
          <a:xfrm>
            <a:off x="6573519" y="1342628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Icon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4D3D6F-262C-2E55-9D0C-10D71F68F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" y="2312751"/>
            <a:ext cx="10942320" cy="446944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F130689-03AC-E577-0FDB-B23C5D0E7C2E}"/>
              </a:ext>
            </a:extLst>
          </p:cNvPr>
          <p:cNvSpPr/>
          <p:nvPr/>
        </p:nvSpPr>
        <p:spPr>
          <a:xfrm>
            <a:off x="4500880" y="375920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164C66-F0CF-1F8C-309D-5E4E16529E33}"/>
              </a:ext>
            </a:extLst>
          </p:cNvPr>
          <p:cNvSpPr/>
          <p:nvPr/>
        </p:nvSpPr>
        <p:spPr>
          <a:xfrm>
            <a:off x="1818640" y="550164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E73430-56D1-9B42-2030-93776345040F}"/>
              </a:ext>
            </a:extLst>
          </p:cNvPr>
          <p:cNvSpPr/>
          <p:nvPr/>
        </p:nvSpPr>
        <p:spPr>
          <a:xfrm>
            <a:off x="4688840" y="273236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6968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A2280E8-4A2E-28D7-7ADF-F690A00D5904}"/>
              </a:ext>
            </a:extLst>
          </p:cNvPr>
          <p:cNvSpPr/>
          <p:nvPr/>
        </p:nvSpPr>
        <p:spPr>
          <a:xfrm>
            <a:off x="416560" y="27940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88C29-09DE-E081-A604-A3B7EE4650B4}"/>
              </a:ext>
            </a:extLst>
          </p:cNvPr>
          <p:cNvSpPr/>
          <p:nvPr/>
        </p:nvSpPr>
        <p:spPr>
          <a:xfrm>
            <a:off x="1391920" y="248920"/>
            <a:ext cx="40640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- &gt; MASTER CUSTOMER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3A21A-36CB-4624-C2BF-1640A39B58F2}"/>
              </a:ext>
            </a:extLst>
          </p:cNvPr>
          <p:cNvSpPr/>
          <p:nvPr/>
        </p:nvSpPr>
        <p:spPr>
          <a:xfrm>
            <a:off x="1391920" y="10414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HAPUS CUSTOMER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6BC68-F661-44A4-F516-44EBFB4AA34D}"/>
              </a:ext>
            </a:extLst>
          </p:cNvPr>
          <p:cNvSpPr/>
          <p:nvPr/>
        </p:nvSpPr>
        <p:spPr>
          <a:xfrm>
            <a:off x="416560" y="104140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3512CF-8CED-1E60-9203-B0C45F2D5528}"/>
              </a:ext>
            </a:extLst>
          </p:cNvPr>
          <p:cNvSpPr/>
          <p:nvPr/>
        </p:nvSpPr>
        <p:spPr>
          <a:xfrm>
            <a:off x="6217920" y="42672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63165-752B-F266-7A0D-18880C2287E7}"/>
              </a:ext>
            </a:extLst>
          </p:cNvPr>
          <p:cNvSpPr txBox="1"/>
          <p:nvPr/>
        </p:nvSpPr>
        <p:spPr>
          <a:xfrm>
            <a:off x="6573520" y="426720"/>
            <a:ext cx="375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 Click Data yang </a:t>
            </a:r>
            <a:r>
              <a:rPr lang="en-US" dirty="0" err="1"/>
              <a:t>akan</a:t>
            </a:r>
            <a:r>
              <a:rPr lang="en-US" dirty="0"/>
              <a:t> di HAPUS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857639-392C-8531-7368-B3BB51506AAD}"/>
              </a:ext>
            </a:extLst>
          </p:cNvPr>
          <p:cNvSpPr/>
          <p:nvPr/>
        </p:nvSpPr>
        <p:spPr>
          <a:xfrm>
            <a:off x="6217920" y="86997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0685BB-D9A9-4230-0470-1326F3EA0F0F}"/>
              </a:ext>
            </a:extLst>
          </p:cNvPr>
          <p:cNvSpPr txBox="1"/>
          <p:nvPr/>
        </p:nvSpPr>
        <p:spPr>
          <a:xfrm>
            <a:off x="6593840" y="843348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Icon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AFE9C9-2FE4-1C1F-742B-44395E99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2312751"/>
            <a:ext cx="10942320" cy="44694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25298A-68EC-ABF7-6A5F-E7D47470D54C}"/>
              </a:ext>
            </a:extLst>
          </p:cNvPr>
          <p:cNvSpPr/>
          <p:nvPr/>
        </p:nvSpPr>
        <p:spPr>
          <a:xfrm>
            <a:off x="2926080" y="382016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46525-5127-2003-637A-8410ACDE0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120" y="822643"/>
            <a:ext cx="362001" cy="40963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B34FC2A-4AD8-8510-6334-C79DE6DF3FF9}"/>
              </a:ext>
            </a:extLst>
          </p:cNvPr>
          <p:cNvSpPr/>
          <p:nvPr/>
        </p:nvSpPr>
        <p:spPr>
          <a:xfrm>
            <a:off x="4988560" y="279027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222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08305A-A1BF-69D8-A37D-BA7377C2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09040"/>
            <a:ext cx="10668000" cy="516169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16D5784-6111-6F23-2CE3-96C9221CCD78}"/>
              </a:ext>
            </a:extLst>
          </p:cNvPr>
          <p:cNvSpPr/>
          <p:nvPr/>
        </p:nvSpPr>
        <p:spPr>
          <a:xfrm>
            <a:off x="5654040" y="4653280"/>
            <a:ext cx="406400" cy="447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5A30B0-14A5-63E0-B2A7-2C6967F128DD}"/>
              </a:ext>
            </a:extLst>
          </p:cNvPr>
          <p:cNvSpPr/>
          <p:nvPr/>
        </p:nvSpPr>
        <p:spPr>
          <a:xfrm>
            <a:off x="579120" y="4429760"/>
            <a:ext cx="368808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758A80-41D0-47F8-1472-2DCCC908275E}"/>
              </a:ext>
            </a:extLst>
          </p:cNvPr>
          <p:cNvSpPr/>
          <p:nvPr/>
        </p:nvSpPr>
        <p:spPr>
          <a:xfrm>
            <a:off x="2570480" y="4206240"/>
            <a:ext cx="406400" cy="447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EB6CB-210D-044B-DEA9-048A3CA9D4D6}"/>
              </a:ext>
            </a:extLst>
          </p:cNvPr>
          <p:cNvSpPr/>
          <p:nvPr/>
        </p:nvSpPr>
        <p:spPr>
          <a:xfrm>
            <a:off x="4368800" y="4277360"/>
            <a:ext cx="1889760" cy="21136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78C5B6-508C-89E8-F4EC-118C212BDE1B}"/>
              </a:ext>
            </a:extLst>
          </p:cNvPr>
          <p:cNvSpPr/>
          <p:nvPr/>
        </p:nvSpPr>
        <p:spPr>
          <a:xfrm>
            <a:off x="6621631" y="3235960"/>
            <a:ext cx="406400" cy="447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065CA8-0DAA-80F9-2671-807763D3B7A3}"/>
              </a:ext>
            </a:extLst>
          </p:cNvPr>
          <p:cNvSpPr txBox="1"/>
          <p:nvPr/>
        </p:nvSpPr>
        <p:spPr>
          <a:xfrm>
            <a:off x="6553781" y="3764280"/>
            <a:ext cx="6165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Apabila</a:t>
            </a:r>
            <a:r>
              <a:rPr lang="en-US" dirty="0"/>
              <a:t> Group Customer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</a:p>
          <a:p>
            <a:r>
              <a:rPr lang="en-US" dirty="0"/>
              <a:t>di </a:t>
            </a:r>
            <a:r>
              <a:rPr lang="en-US" dirty="0" err="1"/>
              <a:t>tambahkan</a:t>
            </a:r>
            <a:r>
              <a:rPr lang="en-US" dirty="0"/>
              <a:t> di Menu Master -&gt; Common Code -&gt; CODE_GCUS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60C58-A104-E6D0-9FF2-E74F717D0AFE}"/>
              </a:ext>
            </a:extLst>
          </p:cNvPr>
          <p:cNvSpPr txBox="1"/>
          <p:nvPr/>
        </p:nvSpPr>
        <p:spPr>
          <a:xfrm>
            <a:off x="7129631" y="3274814"/>
            <a:ext cx="17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Customer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10050B-C295-8DC5-E932-BFE50128502E}"/>
              </a:ext>
            </a:extLst>
          </p:cNvPr>
          <p:cNvSpPr/>
          <p:nvPr/>
        </p:nvSpPr>
        <p:spPr>
          <a:xfrm>
            <a:off x="6621631" y="4356893"/>
            <a:ext cx="406400" cy="447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7525ED-70E0-D20C-99DC-824E51C51558}"/>
              </a:ext>
            </a:extLst>
          </p:cNvPr>
          <p:cNvSpPr txBox="1"/>
          <p:nvPr/>
        </p:nvSpPr>
        <p:spPr>
          <a:xfrm>
            <a:off x="6553781" y="4747585"/>
            <a:ext cx="6175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Apabila</a:t>
            </a:r>
            <a:r>
              <a:rPr lang="en-US" dirty="0"/>
              <a:t> Brand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</a:p>
          <a:p>
            <a:r>
              <a:rPr lang="en-US" dirty="0"/>
              <a:t>di </a:t>
            </a:r>
            <a:r>
              <a:rPr lang="en-US" dirty="0" err="1"/>
              <a:t>tambahkan</a:t>
            </a:r>
            <a:r>
              <a:rPr lang="en-US" dirty="0"/>
              <a:t> di Menu Master -&gt; Common Code -&gt; CODE_BRAN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A3D4D9-3BF3-AC47-C10C-8EE97B822641}"/>
              </a:ext>
            </a:extLst>
          </p:cNvPr>
          <p:cNvSpPr/>
          <p:nvPr/>
        </p:nvSpPr>
        <p:spPr>
          <a:xfrm>
            <a:off x="523240" y="5489733"/>
            <a:ext cx="368808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0B623E-C359-2119-4D21-998ABF2EEF51}"/>
              </a:ext>
            </a:extLst>
          </p:cNvPr>
          <p:cNvSpPr/>
          <p:nvPr/>
        </p:nvSpPr>
        <p:spPr>
          <a:xfrm>
            <a:off x="2499360" y="5347493"/>
            <a:ext cx="406400" cy="447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1AA2C8-84EC-C72A-FC14-84E046BC28A2}"/>
              </a:ext>
            </a:extLst>
          </p:cNvPr>
          <p:cNvSpPr txBox="1"/>
          <p:nvPr/>
        </p:nvSpPr>
        <p:spPr>
          <a:xfrm>
            <a:off x="7129631" y="4404121"/>
            <a:ext cx="73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Brand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B75672-E1DC-D7D8-0B99-4BECBA6C7FBF}"/>
              </a:ext>
            </a:extLst>
          </p:cNvPr>
          <p:cNvSpPr/>
          <p:nvPr/>
        </p:nvSpPr>
        <p:spPr>
          <a:xfrm>
            <a:off x="6601892" y="5470116"/>
            <a:ext cx="406400" cy="447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2A715-786E-C93E-0D4D-F73B546FEAA4}"/>
              </a:ext>
            </a:extLst>
          </p:cNvPr>
          <p:cNvSpPr txBox="1"/>
          <p:nvPr/>
        </p:nvSpPr>
        <p:spPr>
          <a:xfrm>
            <a:off x="7129631" y="5508970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33EDD8-A0C0-0F31-DF65-A35BAF59C719}"/>
              </a:ext>
            </a:extLst>
          </p:cNvPr>
          <p:cNvSpPr txBox="1"/>
          <p:nvPr/>
        </p:nvSpPr>
        <p:spPr>
          <a:xfrm>
            <a:off x="6416040" y="5993356"/>
            <a:ext cx="6155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Apabila</a:t>
            </a:r>
            <a:r>
              <a:rPr lang="en-US" dirty="0"/>
              <a:t> Brand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</a:p>
          <a:p>
            <a:r>
              <a:rPr lang="en-US" dirty="0"/>
              <a:t>di </a:t>
            </a:r>
            <a:r>
              <a:rPr lang="en-US" dirty="0" err="1"/>
              <a:t>tambahkan</a:t>
            </a:r>
            <a:r>
              <a:rPr lang="en-US" dirty="0"/>
              <a:t> di Menu Master -&gt; Common Code -&gt; CODE_PROP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ADACB2-72C7-EA08-87AC-C8594F79F5C3}"/>
              </a:ext>
            </a:extLst>
          </p:cNvPr>
          <p:cNvSpPr/>
          <p:nvPr/>
        </p:nvSpPr>
        <p:spPr>
          <a:xfrm>
            <a:off x="365760" y="3048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B9C902-9633-8882-AECE-A9A1FE690C53}"/>
              </a:ext>
            </a:extLst>
          </p:cNvPr>
          <p:cNvSpPr/>
          <p:nvPr/>
        </p:nvSpPr>
        <p:spPr>
          <a:xfrm>
            <a:off x="1341120" y="0"/>
            <a:ext cx="4064000" cy="670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- &gt; MASTER CUSTOMER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798339-9CD6-6FA5-B3DA-461F612F9E96}"/>
              </a:ext>
            </a:extLst>
          </p:cNvPr>
          <p:cNvSpPr/>
          <p:nvPr/>
        </p:nvSpPr>
        <p:spPr>
          <a:xfrm>
            <a:off x="1341120" y="79248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CATATAN PENTING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0993BF-8CCF-BAFD-24C3-4279C30E07CD}"/>
              </a:ext>
            </a:extLst>
          </p:cNvPr>
          <p:cNvSpPr/>
          <p:nvPr/>
        </p:nvSpPr>
        <p:spPr>
          <a:xfrm>
            <a:off x="365760" y="79248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61120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FA1B73-D564-6A32-D57D-191DB968206F}"/>
              </a:ext>
            </a:extLst>
          </p:cNvPr>
          <p:cNvSpPr/>
          <p:nvPr/>
        </p:nvSpPr>
        <p:spPr>
          <a:xfrm>
            <a:off x="1899920" y="2499360"/>
            <a:ext cx="4064000" cy="6705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MOLD- &gt; MOLD MASTER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1B98F6-1173-9892-2285-4E0458ABB1E5}"/>
              </a:ext>
            </a:extLst>
          </p:cNvPr>
          <p:cNvSpPr/>
          <p:nvPr/>
        </p:nvSpPr>
        <p:spPr>
          <a:xfrm>
            <a:off x="792480" y="249936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EA195A-15BF-F222-FCF7-ECDFCC09E916}"/>
              </a:ext>
            </a:extLst>
          </p:cNvPr>
          <p:cNvSpPr/>
          <p:nvPr/>
        </p:nvSpPr>
        <p:spPr>
          <a:xfrm>
            <a:off x="7701280" y="162052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NAME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600EFF-D612-D97D-8187-F3BDEB2F94C8}"/>
              </a:ext>
            </a:extLst>
          </p:cNvPr>
          <p:cNvSpPr/>
          <p:nvPr/>
        </p:nvSpPr>
        <p:spPr>
          <a:xfrm>
            <a:off x="6817360" y="168148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4B4519-D9BC-6B77-75F6-DFCC14DAB77D}"/>
              </a:ext>
            </a:extLst>
          </p:cNvPr>
          <p:cNvSpPr/>
          <p:nvPr/>
        </p:nvSpPr>
        <p:spPr>
          <a:xfrm>
            <a:off x="6817360" y="253492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C7D3CA-C1A9-39D4-8608-AA78C5BF0E50}"/>
              </a:ext>
            </a:extLst>
          </p:cNvPr>
          <p:cNvSpPr/>
          <p:nvPr/>
        </p:nvSpPr>
        <p:spPr>
          <a:xfrm>
            <a:off x="7701280" y="252476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COMPONENT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70CAFB-1AD8-CE0E-6519-9842986679D4}"/>
              </a:ext>
            </a:extLst>
          </p:cNvPr>
          <p:cNvSpPr/>
          <p:nvPr/>
        </p:nvSpPr>
        <p:spPr>
          <a:xfrm>
            <a:off x="7701280" y="34290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SIZE RUN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78C62D-89C3-B8F9-E699-6CF6BE4B27EE}"/>
              </a:ext>
            </a:extLst>
          </p:cNvPr>
          <p:cNvSpPr/>
          <p:nvPr/>
        </p:nvSpPr>
        <p:spPr>
          <a:xfrm>
            <a:off x="6817360" y="342392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0253934-C091-7554-3156-16BC1934D4EC}"/>
              </a:ext>
            </a:extLst>
          </p:cNvPr>
          <p:cNvCxnSpPr>
            <a:stCxn id="4" idx="3"/>
            <a:endCxn id="9" idx="2"/>
          </p:cNvCxnSpPr>
          <p:nvPr/>
        </p:nvCxnSpPr>
        <p:spPr>
          <a:xfrm flipV="1">
            <a:off x="5963920" y="1986280"/>
            <a:ext cx="853440" cy="8483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2710EB2-1995-598C-AAE6-980002D2F365}"/>
              </a:ext>
            </a:extLst>
          </p:cNvPr>
          <p:cNvCxnSpPr>
            <a:stCxn id="4" idx="3"/>
            <a:endCxn id="13" idx="2"/>
          </p:cNvCxnSpPr>
          <p:nvPr/>
        </p:nvCxnSpPr>
        <p:spPr>
          <a:xfrm>
            <a:off x="5963920" y="2834640"/>
            <a:ext cx="853440" cy="8940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DAD3049-5822-9D07-1324-7B968D0A8422}"/>
              </a:ext>
            </a:extLst>
          </p:cNvPr>
          <p:cNvCxnSpPr>
            <a:stCxn id="4" idx="3"/>
            <a:endCxn id="10" idx="2"/>
          </p:cNvCxnSpPr>
          <p:nvPr/>
        </p:nvCxnSpPr>
        <p:spPr>
          <a:xfrm>
            <a:off x="5963920" y="2834640"/>
            <a:ext cx="853440" cy="50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43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7A7775-B04A-1272-71EA-A83AEA0D85E9}"/>
              </a:ext>
            </a:extLst>
          </p:cNvPr>
          <p:cNvSpPr/>
          <p:nvPr/>
        </p:nvSpPr>
        <p:spPr>
          <a:xfrm>
            <a:off x="1717040" y="203200"/>
            <a:ext cx="4064000" cy="6705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MOLD- &gt; MOLD MASTER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FFBEE0-7EEB-1FA8-25B9-32D8A2331855}"/>
              </a:ext>
            </a:extLst>
          </p:cNvPr>
          <p:cNvSpPr/>
          <p:nvPr/>
        </p:nvSpPr>
        <p:spPr>
          <a:xfrm>
            <a:off x="609600" y="20320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693257-AE0B-7ACE-9F60-573049A3F730}"/>
              </a:ext>
            </a:extLst>
          </p:cNvPr>
          <p:cNvSpPr/>
          <p:nvPr/>
        </p:nvSpPr>
        <p:spPr>
          <a:xfrm>
            <a:off x="1717040" y="98044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NAME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D47193-4E8C-C9D7-0B8C-93016D042060}"/>
              </a:ext>
            </a:extLst>
          </p:cNvPr>
          <p:cNvSpPr/>
          <p:nvPr/>
        </p:nvSpPr>
        <p:spPr>
          <a:xfrm>
            <a:off x="609600" y="98044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671A8D-B8F2-99F8-A9A2-072CD54A4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94560"/>
            <a:ext cx="10647680" cy="44602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14D994-5948-131D-B697-5F257434B275}"/>
              </a:ext>
            </a:extLst>
          </p:cNvPr>
          <p:cNvSpPr/>
          <p:nvPr/>
        </p:nvSpPr>
        <p:spPr>
          <a:xfrm>
            <a:off x="6223002" y="31487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97920-4AC2-E6A4-F756-2CA4C82F74BC}"/>
              </a:ext>
            </a:extLst>
          </p:cNvPr>
          <p:cNvSpPr txBox="1"/>
          <p:nvPr/>
        </p:nvSpPr>
        <p:spPr>
          <a:xfrm>
            <a:off x="6578602" y="314876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E28E5-D0FF-73AD-DC41-DDA05CF3A7D9}"/>
              </a:ext>
            </a:extLst>
          </p:cNvPr>
          <p:cNvSpPr/>
          <p:nvPr/>
        </p:nvSpPr>
        <p:spPr>
          <a:xfrm>
            <a:off x="6223002" y="75813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FECE94-3468-CF6D-051A-08A26C742FAA}"/>
              </a:ext>
            </a:extLst>
          </p:cNvPr>
          <p:cNvSpPr txBox="1"/>
          <p:nvPr/>
        </p:nvSpPr>
        <p:spPr>
          <a:xfrm>
            <a:off x="6578601" y="777156"/>
            <a:ext cx="3359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Muncul</a:t>
            </a:r>
            <a:r>
              <a:rPr lang="en-US" dirty="0"/>
              <a:t> POP UP </a:t>
            </a:r>
            <a:r>
              <a:rPr lang="en-US" dirty="0" err="1"/>
              <a:t>kemudian</a:t>
            </a:r>
            <a:r>
              <a:rPr lang="en-US" dirty="0"/>
              <a:t> Isi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105671-3D70-17AF-76D7-73327A9E9327}"/>
              </a:ext>
            </a:extLst>
          </p:cNvPr>
          <p:cNvSpPr/>
          <p:nvPr/>
        </p:nvSpPr>
        <p:spPr>
          <a:xfrm>
            <a:off x="6223002" y="126264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866B7-933E-52FF-6A59-791FE956A3D4}"/>
              </a:ext>
            </a:extLst>
          </p:cNvPr>
          <p:cNvSpPr txBox="1"/>
          <p:nvPr/>
        </p:nvSpPr>
        <p:spPr>
          <a:xfrm>
            <a:off x="6578601" y="1230784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BB8890-BB89-6C13-DEBC-29A1D6B19847}"/>
              </a:ext>
            </a:extLst>
          </p:cNvPr>
          <p:cNvSpPr/>
          <p:nvPr/>
        </p:nvSpPr>
        <p:spPr>
          <a:xfrm>
            <a:off x="934720" y="2815828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6B4798-B36C-F0F8-920E-8149539B3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167" y="267835"/>
            <a:ext cx="552527" cy="3620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9DF6DF4-3F0D-059B-75A6-C4938355F850}"/>
              </a:ext>
            </a:extLst>
          </p:cNvPr>
          <p:cNvSpPr/>
          <p:nvPr/>
        </p:nvSpPr>
        <p:spPr>
          <a:xfrm>
            <a:off x="2494282" y="378581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9A5EA6-B024-DCDD-AF95-2D86462483D6}"/>
              </a:ext>
            </a:extLst>
          </p:cNvPr>
          <p:cNvSpPr/>
          <p:nvPr/>
        </p:nvSpPr>
        <p:spPr>
          <a:xfrm>
            <a:off x="1645922" y="454432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9E051E-9469-539E-CE30-3ADEBFCF5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267" y="1206432"/>
            <a:ext cx="933580" cy="3810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D6854A-9887-B9EC-7001-7FD29BA0F9B6}"/>
              </a:ext>
            </a:extLst>
          </p:cNvPr>
          <p:cNvSpPr txBox="1"/>
          <p:nvPr/>
        </p:nvSpPr>
        <p:spPr>
          <a:xfrm>
            <a:off x="934720" y="5156879"/>
            <a:ext cx="42888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Hapus dan Edit , </a:t>
            </a:r>
            <a:r>
              <a:rPr lang="en-US" dirty="0" err="1"/>
              <a:t>Pilih</a:t>
            </a:r>
            <a:r>
              <a:rPr lang="en-US" dirty="0"/>
              <a:t> Mold Name</a:t>
            </a:r>
          </a:p>
          <a:p>
            <a:r>
              <a:rPr lang="en-US" dirty="0" err="1"/>
              <a:t>Kemudian</a:t>
            </a:r>
            <a:r>
              <a:rPr lang="en-US" dirty="0"/>
              <a:t> double Click,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di Edit</a:t>
            </a:r>
          </a:p>
          <a:p>
            <a:r>
              <a:rPr lang="en-US" dirty="0"/>
              <a:t>Ubah data </a:t>
            </a:r>
            <a:r>
              <a:rPr lang="en-US" dirty="0" err="1"/>
              <a:t>kemudian</a:t>
            </a:r>
            <a:r>
              <a:rPr lang="en-US" dirty="0"/>
              <a:t> Click Save, </a:t>
            </a:r>
            <a:r>
              <a:rPr lang="en-US" dirty="0" err="1"/>
              <a:t>Apabila</a:t>
            </a:r>
            <a:endParaRPr lang="en-US" dirty="0"/>
          </a:p>
          <a:p>
            <a:r>
              <a:rPr lang="en-US" dirty="0" err="1"/>
              <a:t>Ingin</a:t>
            </a:r>
            <a:r>
              <a:rPr lang="en-US" dirty="0"/>
              <a:t> di hapus 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Hapus</a:t>
            </a:r>
          </a:p>
        </p:txBody>
      </p:sp>
    </p:spTree>
    <p:extLst>
      <p:ext uri="{BB962C8B-B14F-4D97-AF65-F5344CB8AC3E}">
        <p14:creationId xmlns:p14="http://schemas.microsoft.com/office/powerpoint/2010/main" val="212414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5C242D-6886-318F-D751-963D5B285349}"/>
              </a:ext>
            </a:extLst>
          </p:cNvPr>
          <p:cNvSpPr/>
          <p:nvPr/>
        </p:nvSpPr>
        <p:spPr>
          <a:xfrm>
            <a:off x="1717040" y="203200"/>
            <a:ext cx="4064000" cy="6705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MOLD- &gt; MOLD MASTER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8F22EC-31FA-C153-C34F-63476EA07E12}"/>
              </a:ext>
            </a:extLst>
          </p:cNvPr>
          <p:cNvSpPr/>
          <p:nvPr/>
        </p:nvSpPr>
        <p:spPr>
          <a:xfrm>
            <a:off x="609600" y="20320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FD0F7-D09B-FDBE-6D84-5859AE467677}"/>
              </a:ext>
            </a:extLst>
          </p:cNvPr>
          <p:cNvSpPr/>
          <p:nvPr/>
        </p:nvSpPr>
        <p:spPr>
          <a:xfrm>
            <a:off x="1717040" y="98044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COMPONENT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9B37EE-C6AF-C4F0-80FA-08E317DF0B89}"/>
              </a:ext>
            </a:extLst>
          </p:cNvPr>
          <p:cNvSpPr/>
          <p:nvPr/>
        </p:nvSpPr>
        <p:spPr>
          <a:xfrm>
            <a:off x="609600" y="98044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AD827-C27C-DC47-4861-DE387130B1FD}"/>
              </a:ext>
            </a:extLst>
          </p:cNvPr>
          <p:cNvSpPr/>
          <p:nvPr/>
        </p:nvSpPr>
        <p:spPr>
          <a:xfrm>
            <a:off x="6217920" y="61092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CC9CA-5132-361A-3972-5531DCDBA1AE}"/>
              </a:ext>
            </a:extLst>
          </p:cNvPr>
          <p:cNvSpPr txBox="1"/>
          <p:nvPr/>
        </p:nvSpPr>
        <p:spPr>
          <a:xfrm>
            <a:off x="6573520" y="610921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424C3D-111D-FB79-2434-4CDA0197CA03}"/>
              </a:ext>
            </a:extLst>
          </p:cNvPr>
          <p:cNvSpPr/>
          <p:nvPr/>
        </p:nvSpPr>
        <p:spPr>
          <a:xfrm>
            <a:off x="6217920" y="105418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15749-FA6F-D7D3-3D2F-3B8B29EEE642}"/>
              </a:ext>
            </a:extLst>
          </p:cNvPr>
          <p:cNvSpPr txBox="1"/>
          <p:nvPr/>
        </p:nvSpPr>
        <p:spPr>
          <a:xfrm>
            <a:off x="6573519" y="1073201"/>
            <a:ext cx="3359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Muncul</a:t>
            </a:r>
            <a:r>
              <a:rPr lang="en-US" dirty="0"/>
              <a:t> POP UP </a:t>
            </a:r>
            <a:r>
              <a:rPr lang="en-US" dirty="0" err="1"/>
              <a:t>kemudian</a:t>
            </a:r>
            <a:r>
              <a:rPr lang="en-US" dirty="0"/>
              <a:t> Isi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5A760F-5FC4-7E29-AA56-48E6848E10B6}"/>
              </a:ext>
            </a:extLst>
          </p:cNvPr>
          <p:cNvSpPr/>
          <p:nvPr/>
        </p:nvSpPr>
        <p:spPr>
          <a:xfrm>
            <a:off x="6217920" y="1558692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966B8C-5F0F-B0F0-A752-65BF41955598}"/>
              </a:ext>
            </a:extLst>
          </p:cNvPr>
          <p:cNvSpPr txBox="1"/>
          <p:nvPr/>
        </p:nvSpPr>
        <p:spPr>
          <a:xfrm>
            <a:off x="6573519" y="1526829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0551A5-81A2-E76C-D426-F212ACA59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085" y="563880"/>
            <a:ext cx="552527" cy="362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D5B6E7-B17F-C7B6-49EA-EBCE99166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185" y="1502477"/>
            <a:ext cx="933580" cy="3810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3D7755-4DA3-8889-E618-0F1CE771A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" y="2135718"/>
            <a:ext cx="10820400" cy="427247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5C01771-3B19-3DA2-EEFB-ABD449926835}"/>
              </a:ext>
            </a:extLst>
          </p:cNvPr>
          <p:cNvSpPr/>
          <p:nvPr/>
        </p:nvSpPr>
        <p:spPr>
          <a:xfrm>
            <a:off x="2199642" y="3156882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A0278B-DA89-B1BF-38AE-01B4E9727876}"/>
              </a:ext>
            </a:extLst>
          </p:cNvPr>
          <p:cNvSpPr/>
          <p:nvPr/>
        </p:nvSpPr>
        <p:spPr>
          <a:xfrm>
            <a:off x="5207002" y="2658958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858141-9950-8DDC-A4E2-54A754F7C96B}"/>
              </a:ext>
            </a:extLst>
          </p:cNvPr>
          <p:cNvSpPr/>
          <p:nvPr/>
        </p:nvSpPr>
        <p:spPr>
          <a:xfrm>
            <a:off x="6410962" y="349496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DAB7E6-DF79-0444-86A8-0A0D7B58F8C8}"/>
              </a:ext>
            </a:extLst>
          </p:cNvPr>
          <p:cNvSpPr/>
          <p:nvPr/>
        </p:nvSpPr>
        <p:spPr>
          <a:xfrm>
            <a:off x="5582922" y="431252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7F8F0D-8561-1032-FA80-E78BD0BE3057}"/>
              </a:ext>
            </a:extLst>
          </p:cNvPr>
          <p:cNvSpPr/>
          <p:nvPr/>
        </p:nvSpPr>
        <p:spPr>
          <a:xfrm>
            <a:off x="6217920" y="7776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C3F27A-590D-617A-5DB1-0DBEEC78DFEC}"/>
              </a:ext>
            </a:extLst>
          </p:cNvPr>
          <p:cNvSpPr txBox="1"/>
          <p:nvPr/>
        </p:nvSpPr>
        <p:spPr>
          <a:xfrm>
            <a:off x="6593840" y="102943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Mold Name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0596C8-8FBF-549F-E68B-FB25D147F31C}"/>
              </a:ext>
            </a:extLst>
          </p:cNvPr>
          <p:cNvSpPr txBox="1"/>
          <p:nvPr/>
        </p:nvSpPr>
        <p:spPr>
          <a:xfrm>
            <a:off x="4429117" y="4867040"/>
            <a:ext cx="4551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Hapus dan Edit , </a:t>
            </a:r>
            <a:r>
              <a:rPr lang="en-US" dirty="0" err="1"/>
              <a:t>Pilih</a:t>
            </a:r>
            <a:r>
              <a:rPr lang="en-US" dirty="0"/>
              <a:t> Component Name</a:t>
            </a:r>
          </a:p>
          <a:p>
            <a:r>
              <a:rPr lang="en-US" dirty="0" err="1"/>
              <a:t>Kemudian</a:t>
            </a:r>
            <a:r>
              <a:rPr lang="en-US" dirty="0"/>
              <a:t> double Click,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di Edit</a:t>
            </a:r>
          </a:p>
          <a:p>
            <a:r>
              <a:rPr lang="en-US" dirty="0"/>
              <a:t>Ubah data </a:t>
            </a:r>
            <a:r>
              <a:rPr lang="en-US" dirty="0" err="1"/>
              <a:t>kemudian</a:t>
            </a:r>
            <a:r>
              <a:rPr lang="en-US" dirty="0"/>
              <a:t> Click Save, </a:t>
            </a:r>
            <a:r>
              <a:rPr lang="en-US" dirty="0" err="1"/>
              <a:t>Apabila</a:t>
            </a:r>
            <a:endParaRPr lang="en-US" dirty="0"/>
          </a:p>
          <a:p>
            <a:r>
              <a:rPr lang="en-US" dirty="0" err="1"/>
              <a:t>Ingin</a:t>
            </a:r>
            <a:r>
              <a:rPr lang="en-US" dirty="0"/>
              <a:t> di hapus 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Hapus</a:t>
            </a:r>
          </a:p>
        </p:txBody>
      </p:sp>
    </p:spTree>
    <p:extLst>
      <p:ext uri="{BB962C8B-B14F-4D97-AF65-F5344CB8AC3E}">
        <p14:creationId xmlns:p14="http://schemas.microsoft.com/office/powerpoint/2010/main" val="414030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DBC213-C503-1651-3857-4E2A9250CBFC}"/>
              </a:ext>
            </a:extLst>
          </p:cNvPr>
          <p:cNvSpPr/>
          <p:nvPr/>
        </p:nvSpPr>
        <p:spPr>
          <a:xfrm>
            <a:off x="1717040" y="203200"/>
            <a:ext cx="4064000" cy="6705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MOLD- &gt; MOLD MASTER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4E20D79-8D68-5449-C9C5-AA3E8D051CE4}"/>
              </a:ext>
            </a:extLst>
          </p:cNvPr>
          <p:cNvSpPr/>
          <p:nvPr/>
        </p:nvSpPr>
        <p:spPr>
          <a:xfrm>
            <a:off x="609600" y="20320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F234C3-6FEE-E9CE-FEE0-6D11113D57CE}"/>
              </a:ext>
            </a:extLst>
          </p:cNvPr>
          <p:cNvSpPr/>
          <p:nvPr/>
        </p:nvSpPr>
        <p:spPr>
          <a:xfrm>
            <a:off x="1717040" y="98044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SIZE RUN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5894B3-516F-FB05-3133-78A4FF84391E}"/>
              </a:ext>
            </a:extLst>
          </p:cNvPr>
          <p:cNvSpPr/>
          <p:nvPr/>
        </p:nvSpPr>
        <p:spPr>
          <a:xfrm>
            <a:off x="609600" y="98044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0578E2-3177-8DDA-9301-C9145CB47CCE}"/>
              </a:ext>
            </a:extLst>
          </p:cNvPr>
          <p:cNvSpPr/>
          <p:nvPr/>
        </p:nvSpPr>
        <p:spPr>
          <a:xfrm>
            <a:off x="6309360" y="110726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02C93-32B1-25DA-77D7-CDD7F1F12E4E}"/>
              </a:ext>
            </a:extLst>
          </p:cNvPr>
          <p:cNvSpPr txBox="1"/>
          <p:nvPr/>
        </p:nvSpPr>
        <p:spPr>
          <a:xfrm>
            <a:off x="6664960" y="1107266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2CD30A-0013-7144-BCB9-5D5CACB2FE0D}"/>
              </a:ext>
            </a:extLst>
          </p:cNvPr>
          <p:cNvSpPr/>
          <p:nvPr/>
        </p:nvSpPr>
        <p:spPr>
          <a:xfrm>
            <a:off x="6309360" y="155052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63E40-FB60-B40B-55FF-9BDF626C2F33}"/>
              </a:ext>
            </a:extLst>
          </p:cNvPr>
          <p:cNvSpPr txBox="1"/>
          <p:nvPr/>
        </p:nvSpPr>
        <p:spPr>
          <a:xfrm>
            <a:off x="6664959" y="1569546"/>
            <a:ext cx="3359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Muncul</a:t>
            </a:r>
            <a:r>
              <a:rPr lang="en-US" dirty="0"/>
              <a:t> POP UP </a:t>
            </a:r>
            <a:r>
              <a:rPr lang="en-US" dirty="0" err="1"/>
              <a:t>kemudian</a:t>
            </a:r>
            <a:r>
              <a:rPr lang="en-US" dirty="0"/>
              <a:t> Isi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981BB1-BF54-2671-3D32-A48E08FF227A}"/>
              </a:ext>
            </a:extLst>
          </p:cNvPr>
          <p:cNvSpPr/>
          <p:nvPr/>
        </p:nvSpPr>
        <p:spPr>
          <a:xfrm>
            <a:off x="6309360" y="208251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1478D-0053-8A02-481C-C8865AF312ED}"/>
              </a:ext>
            </a:extLst>
          </p:cNvPr>
          <p:cNvSpPr txBox="1"/>
          <p:nvPr/>
        </p:nvSpPr>
        <p:spPr>
          <a:xfrm>
            <a:off x="6664959" y="2023174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EF5B59-3A1B-1034-E0A2-C4D8EEE48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525" y="1060225"/>
            <a:ext cx="552527" cy="362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0D0C21-80E5-F6CC-69FD-3BB474060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25" y="1998822"/>
            <a:ext cx="933580" cy="38105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5EEB62-A529-9E10-5103-B46853CD4B6A}"/>
              </a:ext>
            </a:extLst>
          </p:cNvPr>
          <p:cNvSpPr/>
          <p:nvPr/>
        </p:nvSpPr>
        <p:spPr>
          <a:xfrm>
            <a:off x="6309360" y="57410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FCD34-1727-5973-3553-DC6C598098F0}"/>
              </a:ext>
            </a:extLst>
          </p:cNvPr>
          <p:cNvSpPr txBox="1"/>
          <p:nvPr/>
        </p:nvSpPr>
        <p:spPr>
          <a:xfrm>
            <a:off x="6685280" y="599288"/>
            <a:ext cx="177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Component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F96341-CF6F-B992-5BAC-F379DF7AA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2" y="2407811"/>
            <a:ext cx="10918988" cy="437242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7A3437E-830E-61ED-5DBF-36C12794E8CE}"/>
              </a:ext>
            </a:extLst>
          </p:cNvPr>
          <p:cNvSpPr/>
          <p:nvPr/>
        </p:nvSpPr>
        <p:spPr>
          <a:xfrm>
            <a:off x="2794000" y="342900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0F040A-2559-AAA6-6998-AF5D1F54695F}"/>
              </a:ext>
            </a:extLst>
          </p:cNvPr>
          <p:cNvSpPr/>
          <p:nvPr/>
        </p:nvSpPr>
        <p:spPr>
          <a:xfrm>
            <a:off x="6593840" y="3601184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8DFFC-F8AC-39A4-23D2-FF4757464871}"/>
              </a:ext>
            </a:extLst>
          </p:cNvPr>
          <p:cNvSpPr/>
          <p:nvPr/>
        </p:nvSpPr>
        <p:spPr>
          <a:xfrm>
            <a:off x="9052560" y="291411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717DE4-5007-7B07-7925-D4336CC3D212}"/>
              </a:ext>
            </a:extLst>
          </p:cNvPr>
          <p:cNvSpPr/>
          <p:nvPr/>
        </p:nvSpPr>
        <p:spPr>
          <a:xfrm>
            <a:off x="9428480" y="358025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5386E4-B0E4-2AFC-195A-D921A09FF028}"/>
              </a:ext>
            </a:extLst>
          </p:cNvPr>
          <p:cNvSpPr/>
          <p:nvPr/>
        </p:nvSpPr>
        <p:spPr>
          <a:xfrm>
            <a:off x="8906205" y="405718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F69AEB-33AA-8CE4-FE6E-586770276B81}"/>
              </a:ext>
            </a:extLst>
          </p:cNvPr>
          <p:cNvSpPr/>
          <p:nvPr/>
        </p:nvSpPr>
        <p:spPr>
          <a:xfrm>
            <a:off x="6309360" y="15602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F584AA-BF57-72A8-26E2-10EF6EF70716}"/>
              </a:ext>
            </a:extLst>
          </p:cNvPr>
          <p:cNvSpPr txBox="1"/>
          <p:nvPr/>
        </p:nvSpPr>
        <p:spPr>
          <a:xfrm>
            <a:off x="6685280" y="120856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Mold Name</a:t>
            </a:r>
          </a:p>
        </p:txBody>
      </p:sp>
    </p:spTree>
    <p:extLst>
      <p:ext uri="{BB962C8B-B14F-4D97-AF65-F5344CB8AC3E}">
        <p14:creationId xmlns:p14="http://schemas.microsoft.com/office/powerpoint/2010/main" val="1956993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91D02D-8690-A317-5660-4B1572870349}"/>
              </a:ext>
            </a:extLst>
          </p:cNvPr>
          <p:cNvSpPr/>
          <p:nvPr/>
        </p:nvSpPr>
        <p:spPr>
          <a:xfrm>
            <a:off x="1722120" y="2468880"/>
            <a:ext cx="4064000" cy="6705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MATERIAL- &gt; FORMULA MATERIAL BY MODEL AND COLOR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776A95-36C9-2B80-1350-34F68051047E}"/>
              </a:ext>
            </a:extLst>
          </p:cNvPr>
          <p:cNvSpPr/>
          <p:nvPr/>
        </p:nvSpPr>
        <p:spPr>
          <a:xfrm>
            <a:off x="589280" y="249936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5DDF2-F493-B34F-AD5D-B9F50826E6A8}"/>
              </a:ext>
            </a:extLst>
          </p:cNvPr>
          <p:cNvSpPr/>
          <p:nvPr/>
        </p:nvSpPr>
        <p:spPr>
          <a:xfrm>
            <a:off x="7538720" y="184404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NAME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C7B861-FDD3-5EFA-1078-FD3CAF81A8A6}"/>
              </a:ext>
            </a:extLst>
          </p:cNvPr>
          <p:cNvSpPr/>
          <p:nvPr/>
        </p:nvSpPr>
        <p:spPr>
          <a:xfrm>
            <a:off x="6654800" y="190500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B403E5-88A7-9E5E-2CCC-97B31955DC02}"/>
              </a:ext>
            </a:extLst>
          </p:cNvPr>
          <p:cNvSpPr/>
          <p:nvPr/>
        </p:nvSpPr>
        <p:spPr>
          <a:xfrm>
            <a:off x="6654800" y="291592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EAC9E6-C4FB-4DB5-0F70-A43459D50689}"/>
              </a:ext>
            </a:extLst>
          </p:cNvPr>
          <p:cNvSpPr/>
          <p:nvPr/>
        </p:nvSpPr>
        <p:spPr>
          <a:xfrm>
            <a:off x="7538720" y="291592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 MODEL COLOR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FC049C7-EA62-FA75-024E-689F77445B43}"/>
              </a:ext>
            </a:extLst>
          </p:cNvPr>
          <p:cNvCxnSpPr>
            <a:stCxn id="4" idx="3"/>
            <a:endCxn id="7" idx="2"/>
          </p:cNvCxnSpPr>
          <p:nvPr/>
        </p:nvCxnSpPr>
        <p:spPr>
          <a:xfrm flipV="1">
            <a:off x="5786120" y="2209800"/>
            <a:ext cx="868680" cy="5943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A72DBD9-10C1-36C9-6831-836DEC755D93}"/>
              </a:ext>
            </a:extLst>
          </p:cNvPr>
          <p:cNvCxnSpPr>
            <a:stCxn id="4" idx="3"/>
            <a:endCxn id="8" idx="2"/>
          </p:cNvCxnSpPr>
          <p:nvPr/>
        </p:nvCxnSpPr>
        <p:spPr>
          <a:xfrm>
            <a:off x="5786120" y="2804160"/>
            <a:ext cx="868680" cy="4165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852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3522B6-B9A5-D036-A739-81F66241B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1909462"/>
            <a:ext cx="12192000" cy="5178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B1C047-794C-6E30-5FDA-E2B218A20966}"/>
              </a:ext>
            </a:extLst>
          </p:cNvPr>
          <p:cNvSpPr/>
          <p:nvPr/>
        </p:nvSpPr>
        <p:spPr>
          <a:xfrm>
            <a:off x="1366520" y="152400"/>
            <a:ext cx="4064000" cy="6705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MATERIAL- &gt; FORMULA MATERIAL BY MODEL AND COLOR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B6E9A1-1F63-AD9D-1880-BCB1C97EB3C4}"/>
              </a:ext>
            </a:extLst>
          </p:cNvPr>
          <p:cNvSpPr/>
          <p:nvPr/>
        </p:nvSpPr>
        <p:spPr>
          <a:xfrm>
            <a:off x="233680" y="18288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31B0D-3857-E1C2-7F67-C8E7E3FF3C12}"/>
              </a:ext>
            </a:extLst>
          </p:cNvPr>
          <p:cNvSpPr/>
          <p:nvPr/>
        </p:nvSpPr>
        <p:spPr>
          <a:xfrm>
            <a:off x="1366520" y="9144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NAME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B3686FF-0408-7475-A4D8-E96B594613E4}"/>
              </a:ext>
            </a:extLst>
          </p:cNvPr>
          <p:cNvSpPr/>
          <p:nvPr/>
        </p:nvSpPr>
        <p:spPr>
          <a:xfrm>
            <a:off x="233680" y="9753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B90F1-CB02-2E67-AE8C-DDEEA473C0BF}"/>
              </a:ext>
            </a:extLst>
          </p:cNvPr>
          <p:cNvSpPr/>
          <p:nvPr/>
        </p:nvSpPr>
        <p:spPr>
          <a:xfrm>
            <a:off x="6096000" y="111060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A468A-5ECA-B023-209E-E8C5F48AB1E6}"/>
              </a:ext>
            </a:extLst>
          </p:cNvPr>
          <p:cNvSpPr txBox="1"/>
          <p:nvPr/>
        </p:nvSpPr>
        <p:spPr>
          <a:xfrm>
            <a:off x="6505873" y="72241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209C6-D8D7-2FDF-346B-930B34582535}"/>
              </a:ext>
            </a:extLst>
          </p:cNvPr>
          <p:cNvSpPr/>
          <p:nvPr/>
        </p:nvSpPr>
        <p:spPr>
          <a:xfrm>
            <a:off x="6096000" y="152110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56AF9-7B0F-0BE3-69DF-29CBD25E0ADB}"/>
              </a:ext>
            </a:extLst>
          </p:cNvPr>
          <p:cNvSpPr txBox="1"/>
          <p:nvPr/>
        </p:nvSpPr>
        <p:spPr>
          <a:xfrm>
            <a:off x="6451599" y="1540130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Mold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687D55-2324-D1C0-FEE9-DCE11785A178}"/>
              </a:ext>
            </a:extLst>
          </p:cNvPr>
          <p:cNvSpPr/>
          <p:nvPr/>
        </p:nvSpPr>
        <p:spPr>
          <a:xfrm>
            <a:off x="6096000" y="205310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8906E-3D9F-63E0-C0DD-DD378263EF36}"/>
              </a:ext>
            </a:extLst>
          </p:cNvPr>
          <p:cNvSpPr txBox="1"/>
          <p:nvPr/>
        </p:nvSpPr>
        <p:spPr>
          <a:xfrm>
            <a:off x="6451599" y="1993758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68FBAE-743C-C999-43CE-451EEFC4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423" y="109031"/>
            <a:ext cx="552527" cy="362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246F1A-B6F8-B49D-6AEE-A0BF45AB1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265" y="1969406"/>
            <a:ext cx="933580" cy="38105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9A54EA5-2329-1309-8DCC-0D43FAF87B67}"/>
              </a:ext>
            </a:extLst>
          </p:cNvPr>
          <p:cNvSpPr/>
          <p:nvPr/>
        </p:nvSpPr>
        <p:spPr>
          <a:xfrm>
            <a:off x="6096000" y="54469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70E6A5-4E08-9D57-0A83-08ABFBAC70A9}"/>
              </a:ext>
            </a:extLst>
          </p:cNvPr>
          <p:cNvSpPr txBox="1"/>
          <p:nvPr/>
        </p:nvSpPr>
        <p:spPr>
          <a:xfrm>
            <a:off x="6471920" y="569872"/>
            <a:ext cx="231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Masukan</a:t>
            </a:r>
            <a:r>
              <a:rPr lang="en-US" dirty="0"/>
              <a:t> Model Name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02BDD1-12C7-37FF-2DC7-9C21EA5D1B0E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3499C1-E70C-4384-CF8E-8EADB677D14F}"/>
              </a:ext>
            </a:extLst>
          </p:cNvPr>
          <p:cNvSpPr/>
          <p:nvPr/>
        </p:nvSpPr>
        <p:spPr>
          <a:xfrm>
            <a:off x="193040" y="304330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1524BB-A51A-B4B9-5678-08D82D92931B}"/>
              </a:ext>
            </a:extLst>
          </p:cNvPr>
          <p:cNvSpPr/>
          <p:nvPr/>
        </p:nvSpPr>
        <p:spPr>
          <a:xfrm>
            <a:off x="2834640" y="392503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4961DD-EC18-78E5-372F-95C33A052611}"/>
              </a:ext>
            </a:extLst>
          </p:cNvPr>
          <p:cNvSpPr/>
          <p:nvPr/>
        </p:nvSpPr>
        <p:spPr>
          <a:xfrm>
            <a:off x="2936240" y="439747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B250A3-2450-ED85-658A-A55341A27FBB}"/>
              </a:ext>
            </a:extLst>
          </p:cNvPr>
          <p:cNvSpPr/>
          <p:nvPr/>
        </p:nvSpPr>
        <p:spPr>
          <a:xfrm>
            <a:off x="5720080" y="423999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A57D77-9D19-AD77-645A-3BD9EAFB1F4D}"/>
              </a:ext>
            </a:extLst>
          </p:cNvPr>
          <p:cNvSpPr/>
          <p:nvPr/>
        </p:nvSpPr>
        <p:spPr>
          <a:xfrm>
            <a:off x="985520" y="489790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5EAA93-04CB-06A4-1663-DFE73C58F4D9}"/>
              </a:ext>
            </a:extLst>
          </p:cNvPr>
          <p:cNvSpPr txBox="1"/>
          <p:nvPr/>
        </p:nvSpPr>
        <p:spPr>
          <a:xfrm>
            <a:off x="6505873" y="1027332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FAF83EA-B30D-95FA-6F97-4929DF3BB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423" y="1064122"/>
            <a:ext cx="552527" cy="36200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C93B22D-8EA8-DE7C-C9A7-98A4D7BB3327}"/>
              </a:ext>
            </a:extLst>
          </p:cNvPr>
          <p:cNvSpPr txBox="1"/>
          <p:nvPr/>
        </p:nvSpPr>
        <p:spPr>
          <a:xfrm>
            <a:off x="4578615" y="4732215"/>
            <a:ext cx="3287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di </a:t>
            </a:r>
            <a:r>
              <a:rPr lang="en-US" dirty="0" err="1"/>
              <a:t>sini</a:t>
            </a:r>
            <a:r>
              <a:rPr lang="en-US" dirty="0"/>
              <a:t> di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inputan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</a:p>
          <a:p>
            <a:r>
              <a:rPr lang="en-US" dirty="0"/>
              <a:t>menu Mold-&gt;Mold Master</a:t>
            </a:r>
          </a:p>
        </p:txBody>
      </p:sp>
    </p:spTree>
    <p:extLst>
      <p:ext uri="{BB962C8B-B14F-4D97-AF65-F5344CB8AC3E}">
        <p14:creationId xmlns:p14="http://schemas.microsoft.com/office/powerpoint/2010/main" val="1697529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970E22-B179-4F0C-BBE5-E551A2CDF7C9}"/>
              </a:ext>
            </a:extLst>
          </p:cNvPr>
          <p:cNvSpPr/>
          <p:nvPr/>
        </p:nvSpPr>
        <p:spPr>
          <a:xfrm>
            <a:off x="1366520" y="152400"/>
            <a:ext cx="4064000" cy="6705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MATERIAL- &gt; FORMULA MATERIAL BY MODEL AND COLOR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E36086-5DB3-76F7-5D52-C848588A64AF}"/>
              </a:ext>
            </a:extLst>
          </p:cNvPr>
          <p:cNvSpPr/>
          <p:nvPr/>
        </p:nvSpPr>
        <p:spPr>
          <a:xfrm>
            <a:off x="233680" y="18288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25DBC-D32E-A94F-7496-44729C57D59D}"/>
              </a:ext>
            </a:extLst>
          </p:cNvPr>
          <p:cNvSpPr/>
          <p:nvPr/>
        </p:nvSpPr>
        <p:spPr>
          <a:xfrm>
            <a:off x="1366520" y="9144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MOLD NAME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2F348D-4E41-635F-9F67-30CAC38DC986}"/>
              </a:ext>
            </a:extLst>
          </p:cNvPr>
          <p:cNvSpPr/>
          <p:nvPr/>
        </p:nvSpPr>
        <p:spPr>
          <a:xfrm>
            <a:off x="233680" y="9753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23B6FB-B363-D461-F44C-63436C0C8788}"/>
              </a:ext>
            </a:extLst>
          </p:cNvPr>
          <p:cNvSpPr/>
          <p:nvPr/>
        </p:nvSpPr>
        <p:spPr>
          <a:xfrm>
            <a:off x="6096000" y="111060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AEBE31-F5F3-F0B6-6CE7-8BFFDBD3350B}"/>
              </a:ext>
            </a:extLst>
          </p:cNvPr>
          <p:cNvSpPr/>
          <p:nvPr/>
        </p:nvSpPr>
        <p:spPr>
          <a:xfrm>
            <a:off x="6096000" y="152110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4BA82-522F-D493-2EEF-964F859A8690}"/>
              </a:ext>
            </a:extLst>
          </p:cNvPr>
          <p:cNvSpPr/>
          <p:nvPr/>
        </p:nvSpPr>
        <p:spPr>
          <a:xfrm>
            <a:off x="6096000" y="54469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E6A18-AAE0-6665-7E12-AC314CD747F6}"/>
              </a:ext>
            </a:extLst>
          </p:cNvPr>
          <p:cNvSpPr txBox="1"/>
          <p:nvPr/>
        </p:nvSpPr>
        <p:spPr>
          <a:xfrm>
            <a:off x="6471920" y="569872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D50F0E-7B25-CC61-A4E6-F7C864AAAE54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88FC8C-7711-764C-9587-7D8D0B48A461}"/>
              </a:ext>
            </a:extLst>
          </p:cNvPr>
          <p:cNvSpPr txBox="1"/>
          <p:nvPr/>
        </p:nvSpPr>
        <p:spPr>
          <a:xfrm>
            <a:off x="6505873" y="1027332"/>
            <a:ext cx="339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Masukkan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di </a:t>
            </a:r>
            <a:r>
              <a:rPr lang="en-US" dirty="0" err="1"/>
              <a:t>cari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2C3C5F-AE53-ED83-C1A4-9CE073E9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586" y="611479"/>
            <a:ext cx="552527" cy="3620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5E4C6E-D282-B1BB-22D2-1E3D6FA8B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" y="2185886"/>
            <a:ext cx="9618730" cy="451971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72B94A9-2092-90FD-B3BC-FA3935192984}"/>
              </a:ext>
            </a:extLst>
          </p:cNvPr>
          <p:cNvSpPr/>
          <p:nvPr/>
        </p:nvSpPr>
        <p:spPr>
          <a:xfrm>
            <a:off x="2346960" y="342900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441BDA-82AE-1767-D272-232B61701688}"/>
              </a:ext>
            </a:extLst>
          </p:cNvPr>
          <p:cNvSpPr/>
          <p:nvPr/>
        </p:nvSpPr>
        <p:spPr>
          <a:xfrm>
            <a:off x="4084320" y="300685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464B2F-AA1E-4E16-61C6-93AE83D2D6A7}"/>
              </a:ext>
            </a:extLst>
          </p:cNvPr>
          <p:cNvSpPr/>
          <p:nvPr/>
        </p:nvSpPr>
        <p:spPr>
          <a:xfrm>
            <a:off x="5577840" y="3335134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759D2B-8240-C6DC-81F9-A02125F97FAA}"/>
              </a:ext>
            </a:extLst>
          </p:cNvPr>
          <p:cNvSpPr/>
          <p:nvPr/>
        </p:nvSpPr>
        <p:spPr>
          <a:xfrm>
            <a:off x="6485553" y="335167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A7E073-0709-DDAC-A1BE-0355B5D43519}"/>
              </a:ext>
            </a:extLst>
          </p:cNvPr>
          <p:cNvSpPr/>
          <p:nvPr/>
        </p:nvSpPr>
        <p:spPr>
          <a:xfrm>
            <a:off x="5765800" y="467484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7AFC44-A1AA-2562-598C-5BE9C5E48821}"/>
              </a:ext>
            </a:extLst>
          </p:cNvPr>
          <p:cNvSpPr txBox="1"/>
          <p:nvPr/>
        </p:nvSpPr>
        <p:spPr>
          <a:xfrm>
            <a:off x="6451599" y="99427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680312-3B2F-7862-373B-FBE0FAB995B8}"/>
              </a:ext>
            </a:extLst>
          </p:cNvPr>
          <p:cNvSpPr txBox="1"/>
          <p:nvPr/>
        </p:nvSpPr>
        <p:spPr>
          <a:xfrm>
            <a:off x="6529666" y="1493923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507B1DA-CBBE-5335-DD4D-B16636167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379" y="1501254"/>
            <a:ext cx="552527" cy="36200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C0F6BDB-514B-304D-1680-E5E559AA34E7}"/>
              </a:ext>
            </a:extLst>
          </p:cNvPr>
          <p:cNvSpPr/>
          <p:nvPr/>
        </p:nvSpPr>
        <p:spPr>
          <a:xfrm>
            <a:off x="6109892" y="193161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F39D22-C7A2-B90A-3E0A-98A2C6C91EEF}"/>
              </a:ext>
            </a:extLst>
          </p:cNvPr>
          <p:cNvSpPr txBox="1"/>
          <p:nvPr/>
        </p:nvSpPr>
        <p:spPr>
          <a:xfrm>
            <a:off x="6485553" y="1904429"/>
            <a:ext cx="292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di </a:t>
            </a:r>
            <a:r>
              <a:rPr lang="en-US" dirty="0" err="1"/>
              <a:t>pilih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415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BE7AAA-FA49-C67A-E38D-D3B6233AA779}"/>
              </a:ext>
            </a:extLst>
          </p:cNvPr>
          <p:cNvSpPr/>
          <p:nvPr/>
        </p:nvSpPr>
        <p:spPr>
          <a:xfrm>
            <a:off x="1762760" y="3002280"/>
            <a:ext cx="4064000" cy="6705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- &gt; ENTRY PO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24B4D7-513B-A6BF-C057-4DCBB0403E4A}"/>
              </a:ext>
            </a:extLst>
          </p:cNvPr>
          <p:cNvSpPr/>
          <p:nvPr/>
        </p:nvSpPr>
        <p:spPr>
          <a:xfrm>
            <a:off x="650240" y="300228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871C12-0F0F-F6C4-FD89-84E20B87A8F0}"/>
              </a:ext>
            </a:extLst>
          </p:cNvPr>
          <p:cNvSpPr/>
          <p:nvPr/>
        </p:nvSpPr>
        <p:spPr>
          <a:xfrm>
            <a:off x="7584142" y="1960582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ENTRY PO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25BC8F-6689-95B4-23A7-C68486D794B0}"/>
              </a:ext>
            </a:extLst>
          </p:cNvPr>
          <p:cNvSpPr/>
          <p:nvPr/>
        </p:nvSpPr>
        <p:spPr>
          <a:xfrm>
            <a:off x="6700222" y="2021542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98338F-1C6A-F590-9546-9C7A143CE831}"/>
              </a:ext>
            </a:extLst>
          </p:cNvPr>
          <p:cNvSpPr/>
          <p:nvPr/>
        </p:nvSpPr>
        <p:spPr>
          <a:xfrm>
            <a:off x="7584142" y="294132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ENTRY PO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B93E05-7719-E83C-2A09-307390A7FA68}"/>
              </a:ext>
            </a:extLst>
          </p:cNvPr>
          <p:cNvSpPr/>
          <p:nvPr/>
        </p:nvSpPr>
        <p:spPr>
          <a:xfrm>
            <a:off x="6700222" y="3045312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2A87F-D380-AB52-ED7B-EA08B681F406}"/>
              </a:ext>
            </a:extLst>
          </p:cNvPr>
          <p:cNvSpPr/>
          <p:nvPr/>
        </p:nvSpPr>
        <p:spPr>
          <a:xfrm>
            <a:off x="7604462" y="3922058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HAPUS ENTRY PO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C314FD-1AD4-7D68-EB16-DA2B65E42131}"/>
              </a:ext>
            </a:extLst>
          </p:cNvPr>
          <p:cNvSpPr/>
          <p:nvPr/>
        </p:nvSpPr>
        <p:spPr>
          <a:xfrm>
            <a:off x="6720542" y="3983018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F7242FA-5F3E-E4DB-B551-94C6D0B7D559}"/>
              </a:ext>
            </a:extLst>
          </p:cNvPr>
          <p:cNvCxnSpPr>
            <a:stCxn id="4" idx="3"/>
            <a:endCxn id="7" idx="2"/>
          </p:cNvCxnSpPr>
          <p:nvPr/>
        </p:nvCxnSpPr>
        <p:spPr>
          <a:xfrm flipV="1">
            <a:off x="5826760" y="2326342"/>
            <a:ext cx="873462" cy="10112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1C4F81D-928B-7695-2BEC-8F9DB4DDC25E}"/>
              </a:ext>
            </a:extLst>
          </p:cNvPr>
          <p:cNvCxnSpPr>
            <a:stCxn id="4" idx="3"/>
            <a:endCxn id="9" idx="2"/>
          </p:cNvCxnSpPr>
          <p:nvPr/>
        </p:nvCxnSpPr>
        <p:spPr>
          <a:xfrm>
            <a:off x="5826760" y="3337560"/>
            <a:ext cx="893782" cy="950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794E09-417A-AB50-6BBA-E7548CD8D983}"/>
              </a:ext>
            </a:extLst>
          </p:cNvPr>
          <p:cNvCxnSpPr>
            <a:stCxn id="4" idx="3"/>
            <a:endCxn id="3" idx="2"/>
          </p:cNvCxnSpPr>
          <p:nvPr/>
        </p:nvCxnSpPr>
        <p:spPr>
          <a:xfrm>
            <a:off x="5826760" y="3337560"/>
            <a:ext cx="873462" cy="12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027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F5B4201-4A3B-8406-C62F-77ED70B6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6360"/>
            <a:ext cx="12192000" cy="42338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9A7439-EF78-4815-4426-FF1C958F3EB6}"/>
              </a:ext>
            </a:extLst>
          </p:cNvPr>
          <p:cNvSpPr/>
          <p:nvPr/>
        </p:nvSpPr>
        <p:spPr>
          <a:xfrm>
            <a:off x="1305560" y="147320"/>
            <a:ext cx="4064000" cy="6705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- &gt; ENTRY PO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9C5C81-B70A-2578-47D9-EADE5A6A62E1}"/>
              </a:ext>
            </a:extLst>
          </p:cNvPr>
          <p:cNvSpPr/>
          <p:nvPr/>
        </p:nvSpPr>
        <p:spPr>
          <a:xfrm>
            <a:off x="193040" y="1473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F9472-4086-98A6-F941-EB33FEB44982}"/>
              </a:ext>
            </a:extLst>
          </p:cNvPr>
          <p:cNvSpPr/>
          <p:nvPr/>
        </p:nvSpPr>
        <p:spPr>
          <a:xfrm>
            <a:off x="1305560" y="9398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ENTRY PO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D50AA6-D6B2-6B07-7155-08F8B0D17D83}"/>
              </a:ext>
            </a:extLst>
          </p:cNvPr>
          <p:cNvSpPr/>
          <p:nvPr/>
        </p:nvSpPr>
        <p:spPr>
          <a:xfrm>
            <a:off x="152400" y="10007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05F0C-99E2-ECCE-9ED7-5523917403C9}"/>
              </a:ext>
            </a:extLst>
          </p:cNvPr>
          <p:cNvSpPr/>
          <p:nvPr/>
        </p:nvSpPr>
        <p:spPr>
          <a:xfrm>
            <a:off x="6096000" y="111060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2D2A26-3CEC-D1E5-EBFA-B60262F89502}"/>
              </a:ext>
            </a:extLst>
          </p:cNvPr>
          <p:cNvSpPr/>
          <p:nvPr/>
        </p:nvSpPr>
        <p:spPr>
          <a:xfrm>
            <a:off x="6096000" y="152110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9AA2E9-00B0-C68E-9DCD-6355C0A486CA}"/>
              </a:ext>
            </a:extLst>
          </p:cNvPr>
          <p:cNvSpPr/>
          <p:nvPr/>
        </p:nvSpPr>
        <p:spPr>
          <a:xfrm>
            <a:off x="6096000" y="54469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29B80-1876-D9D8-B398-2F64AF78A503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C84A97-A4FC-2458-A022-244BCB3CA153}"/>
              </a:ext>
            </a:extLst>
          </p:cNvPr>
          <p:cNvSpPr/>
          <p:nvPr/>
        </p:nvSpPr>
        <p:spPr>
          <a:xfrm>
            <a:off x="6109892" y="193161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F6083-45D3-24FF-9BAB-C65A5CFABF40}"/>
              </a:ext>
            </a:extLst>
          </p:cNvPr>
          <p:cNvSpPr/>
          <p:nvPr/>
        </p:nvSpPr>
        <p:spPr>
          <a:xfrm>
            <a:off x="4043680" y="283032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6A5A2E-A8BE-3EDB-B816-29C0632F513E}"/>
              </a:ext>
            </a:extLst>
          </p:cNvPr>
          <p:cNvSpPr/>
          <p:nvPr/>
        </p:nvSpPr>
        <p:spPr>
          <a:xfrm>
            <a:off x="1706880" y="474077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8B6B81-E52E-5CCA-1728-4A1B5CFCF5DE}"/>
              </a:ext>
            </a:extLst>
          </p:cNvPr>
          <p:cNvSpPr/>
          <p:nvPr/>
        </p:nvSpPr>
        <p:spPr>
          <a:xfrm>
            <a:off x="4785360" y="493189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C0DC96-5E83-930F-6FFE-521E156A6291}"/>
              </a:ext>
            </a:extLst>
          </p:cNvPr>
          <p:cNvSpPr/>
          <p:nvPr/>
        </p:nvSpPr>
        <p:spPr>
          <a:xfrm>
            <a:off x="8080932" y="442581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0DB0D8-6609-3A6C-D8F3-5337D65C4FB5}"/>
              </a:ext>
            </a:extLst>
          </p:cNvPr>
          <p:cNvSpPr/>
          <p:nvPr/>
        </p:nvSpPr>
        <p:spPr>
          <a:xfrm>
            <a:off x="7953932" y="606368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2BF9514-1525-A007-F3AC-26669659B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528" y="3378034"/>
            <a:ext cx="1038064" cy="272547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65DF3BD-28EC-FA11-AFD6-5B77C686B57F}"/>
              </a:ext>
            </a:extLst>
          </p:cNvPr>
          <p:cNvSpPr/>
          <p:nvPr/>
        </p:nvSpPr>
        <p:spPr>
          <a:xfrm>
            <a:off x="340360" y="541344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04C32F-5746-E86E-EBA8-C8B3A9F754A9}"/>
              </a:ext>
            </a:extLst>
          </p:cNvPr>
          <p:cNvSpPr/>
          <p:nvPr/>
        </p:nvSpPr>
        <p:spPr>
          <a:xfrm>
            <a:off x="3149600" y="426833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84F777-1EFB-FAE6-A7FF-3559567565AF}"/>
              </a:ext>
            </a:extLst>
          </p:cNvPr>
          <p:cNvSpPr txBox="1"/>
          <p:nvPr/>
        </p:nvSpPr>
        <p:spPr>
          <a:xfrm>
            <a:off x="6451599" y="99427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Icon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2A2E3C2-9D4F-357C-DCD6-BFF599FEE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596" y="49601"/>
            <a:ext cx="428685" cy="41915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2CFE298-17C6-48D5-1A33-80E6C9531571}"/>
              </a:ext>
            </a:extLst>
          </p:cNvPr>
          <p:cNvSpPr txBox="1"/>
          <p:nvPr/>
        </p:nvSpPr>
        <p:spPr>
          <a:xfrm>
            <a:off x="6471920" y="536038"/>
            <a:ext cx="117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EC917A-F515-C954-99F8-65A9EED2F224}"/>
              </a:ext>
            </a:extLst>
          </p:cNvPr>
          <p:cNvSpPr txBox="1"/>
          <p:nvPr/>
        </p:nvSpPr>
        <p:spPr>
          <a:xfrm>
            <a:off x="6471920" y="1064195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7A7B2F6-691F-E1C3-2A97-D62AA6E41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817" y="1049452"/>
            <a:ext cx="552527" cy="3620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A9E29D3-2A7D-5585-260C-61C8AECABB87}"/>
              </a:ext>
            </a:extLst>
          </p:cNvPr>
          <p:cNvSpPr txBox="1"/>
          <p:nvPr/>
        </p:nvSpPr>
        <p:spPr>
          <a:xfrm>
            <a:off x="6485008" y="1548821"/>
            <a:ext cx="2916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Pilih</a:t>
            </a:r>
            <a:r>
              <a:rPr lang="en-US" dirty="0"/>
              <a:t> Model Warna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970801-3015-20AE-15A2-909447962A45}"/>
              </a:ext>
            </a:extLst>
          </p:cNvPr>
          <p:cNvSpPr txBox="1"/>
          <p:nvPr/>
        </p:nvSpPr>
        <p:spPr>
          <a:xfrm>
            <a:off x="6471920" y="1890803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Customer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B4AFB9-2624-E3CB-8324-393EB3A495A9}"/>
              </a:ext>
            </a:extLst>
          </p:cNvPr>
          <p:cNvSpPr/>
          <p:nvPr/>
        </p:nvSpPr>
        <p:spPr>
          <a:xfrm>
            <a:off x="9503332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0DD407-E388-B2AC-064C-16BDB3A24D4E}"/>
              </a:ext>
            </a:extLst>
          </p:cNvPr>
          <p:cNvSpPr txBox="1"/>
          <p:nvPr/>
        </p:nvSpPr>
        <p:spPr>
          <a:xfrm>
            <a:off x="9837264" y="102093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EAEE0E5-F123-241E-4B56-5A13C9479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1161" y="87350"/>
            <a:ext cx="552527" cy="36200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263D99B-6234-3520-7EE3-9EBB4751A08F}"/>
              </a:ext>
            </a:extLst>
          </p:cNvPr>
          <p:cNvSpPr/>
          <p:nvPr/>
        </p:nvSpPr>
        <p:spPr>
          <a:xfrm>
            <a:off x="2550160" y="591820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FB1551-7CBA-DC99-5C53-D71E4D4A977A}"/>
              </a:ext>
            </a:extLst>
          </p:cNvPr>
          <p:cNvSpPr/>
          <p:nvPr/>
        </p:nvSpPr>
        <p:spPr>
          <a:xfrm>
            <a:off x="9503332" y="59944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1743D8-8A90-33FB-9268-4F16B04C7EEB}"/>
              </a:ext>
            </a:extLst>
          </p:cNvPr>
          <p:cNvSpPr txBox="1"/>
          <p:nvPr/>
        </p:nvSpPr>
        <p:spPr>
          <a:xfrm>
            <a:off x="9837264" y="558800"/>
            <a:ext cx="17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Masukan</a:t>
            </a:r>
            <a:r>
              <a:rPr lang="en-US" dirty="0"/>
              <a:t> Size PO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CCAD98-E08A-CD9A-CFB9-452DA788E798}"/>
              </a:ext>
            </a:extLst>
          </p:cNvPr>
          <p:cNvSpPr/>
          <p:nvPr/>
        </p:nvSpPr>
        <p:spPr>
          <a:xfrm>
            <a:off x="9503332" y="1056147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840CDF-3972-8E21-5202-ECE0C8B056E3}"/>
              </a:ext>
            </a:extLst>
          </p:cNvPr>
          <p:cNvSpPr txBox="1"/>
          <p:nvPr/>
        </p:nvSpPr>
        <p:spPr>
          <a:xfrm>
            <a:off x="9836499" y="1021910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68BB306-ACFB-3C9D-B1E8-B0244F798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165" y="997558"/>
            <a:ext cx="933580" cy="38105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ACCA839-6FE3-A0E0-B80F-E79B2CBDB8D3}"/>
              </a:ext>
            </a:extLst>
          </p:cNvPr>
          <p:cNvSpPr txBox="1"/>
          <p:nvPr/>
        </p:nvSpPr>
        <p:spPr>
          <a:xfrm>
            <a:off x="6485008" y="4869729"/>
            <a:ext cx="475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Menu </a:t>
            </a:r>
          </a:p>
          <a:p>
            <a:r>
              <a:rPr lang="en-US" dirty="0"/>
              <a:t>Material-&gt; Formula Material By Model And Color</a:t>
            </a:r>
          </a:p>
        </p:txBody>
      </p:sp>
    </p:spTree>
    <p:extLst>
      <p:ext uri="{BB962C8B-B14F-4D97-AF65-F5344CB8AC3E}">
        <p14:creationId xmlns:p14="http://schemas.microsoft.com/office/powerpoint/2010/main" val="4083913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79E839-6509-CBE2-A958-217C5EBAECE3}"/>
              </a:ext>
            </a:extLst>
          </p:cNvPr>
          <p:cNvSpPr/>
          <p:nvPr/>
        </p:nvSpPr>
        <p:spPr>
          <a:xfrm>
            <a:off x="1305560" y="147320"/>
            <a:ext cx="4064000" cy="6705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- &gt; ENTRY PO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252901-8C2C-661E-D602-449FF1669622}"/>
              </a:ext>
            </a:extLst>
          </p:cNvPr>
          <p:cNvSpPr/>
          <p:nvPr/>
        </p:nvSpPr>
        <p:spPr>
          <a:xfrm>
            <a:off x="1305560" y="9398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ENTRY 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140ED-8792-020D-1A4C-91970ADEFB8D}"/>
              </a:ext>
            </a:extLst>
          </p:cNvPr>
          <p:cNvSpPr/>
          <p:nvPr/>
        </p:nvSpPr>
        <p:spPr>
          <a:xfrm>
            <a:off x="6096000" y="111060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FD5E00-1F10-660C-B05A-C6E1EE2DB8D9}"/>
              </a:ext>
            </a:extLst>
          </p:cNvPr>
          <p:cNvSpPr/>
          <p:nvPr/>
        </p:nvSpPr>
        <p:spPr>
          <a:xfrm>
            <a:off x="6096000" y="54469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797873-78E8-F9FB-3D79-AEA6E37CC6D6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F3D2F-3FB3-07D3-499D-BC12909F2160}"/>
              </a:ext>
            </a:extLst>
          </p:cNvPr>
          <p:cNvSpPr txBox="1"/>
          <p:nvPr/>
        </p:nvSpPr>
        <p:spPr>
          <a:xfrm>
            <a:off x="6451599" y="99427"/>
            <a:ext cx="2716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data yang </a:t>
            </a:r>
            <a:r>
              <a:rPr lang="en-US" dirty="0" err="1"/>
              <a:t>akan</a:t>
            </a:r>
            <a:r>
              <a:rPr lang="en-US" dirty="0"/>
              <a:t> di Edit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812F35-66D4-70B4-7AB2-64D6B9914DAD}"/>
              </a:ext>
            </a:extLst>
          </p:cNvPr>
          <p:cNvSpPr txBox="1"/>
          <p:nvPr/>
        </p:nvSpPr>
        <p:spPr>
          <a:xfrm>
            <a:off x="6471920" y="536038"/>
            <a:ext cx="284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 data yang </a:t>
            </a:r>
            <a:r>
              <a:rPr lang="en-US" dirty="0" err="1"/>
              <a:t>akan</a:t>
            </a:r>
            <a:r>
              <a:rPr lang="en-US" dirty="0"/>
              <a:t> di </a:t>
            </a:r>
            <a:r>
              <a:rPr lang="en-US" dirty="0" err="1"/>
              <a:t>rubah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9EA87A-6E22-446F-07DD-DBCDB08F52D8}"/>
              </a:ext>
            </a:extLst>
          </p:cNvPr>
          <p:cNvSpPr txBox="1"/>
          <p:nvPr/>
        </p:nvSpPr>
        <p:spPr>
          <a:xfrm>
            <a:off x="6471920" y="1064195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6E82F7-C39D-8A4D-A813-4614A4136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6" y="1966543"/>
            <a:ext cx="11706280" cy="472462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DFC157C-BA97-C37E-88C6-524F287633CE}"/>
              </a:ext>
            </a:extLst>
          </p:cNvPr>
          <p:cNvSpPr/>
          <p:nvPr/>
        </p:nvSpPr>
        <p:spPr>
          <a:xfrm>
            <a:off x="4613237" y="297785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60E1A8-3CFC-8725-762F-615754D33DFE}"/>
              </a:ext>
            </a:extLst>
          </p:cNvPr>
          <p:cNvSpPr/>
          <p:nvPr/>
        </p:nvSpPr>
        <p:spPr>
          <a:xfrm>
            <a:off x="1385943" y="476348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BE8FB0-CAD2-A594-4FFC-9B5349FAC17B}"/>
              </a:ext>
            </a:extLst>
          </p:cNvPr>
          <p:cNvSpPr/>
          <p:nvPr/>
        </p:nvSpPr>
        <p:spPr>
          <a:xfrm>
            <a:off x="4801197" y="235957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5B13431-828F-8DC8-25B1-86C02726A902}"/>
              </a:ext>
            </a:extLst>
          </p:cNvPr>
          <p:cNvSpPr/>
          <p:nvPr/>
        </p:nvSpPr>
        <p:spPr>
          <a:xfrm>
            <a:off x="193040" y="1473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DAD27CD-E4DB-0ACA-E31E-FB733FDB8176}"/>
              </a:ext>
            </a:extLst>
          </p:cNvPr>
          <p:cNvSpPr/>
          <p:nvPr/>
        </p:nvSpPr>
        <p:spPr>
          <a:xfrm>
            <a:off x="152400" y="10007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1730777-0879-31E5-C869-62B6AC3E3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773" y="1009739"/>
            <a:ext cx="40963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1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DB65D3-8848-C8B0-7BC8-C37EF0184F41}"/>
              </a:ext>
            </a:extLst>
          </p:cNvPr>
          <p:cNvSpPr/>
          <p:nvPr/>
        </p:nvSpPr>
        <p:spPr>
          <a:xfrm>
            <a:off x="1305560" y="147320"/>
            <a:ext cx="4064000" cy="6705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- &gt; ENTRY PO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B32D6-DE39-1FB3-3348-9F56FDF15444}"/>
              </a:ext>
            </a:extLst>
          </p:cNvPr>
          <p:cNvSpPr/>
          <p:nvPr/>
        </p:nvSpPr>
        <p:spPr>
          <a:xfrm>
            <a:off x="1305560" y="9398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HAPUS ENTRY 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0B48AE-EC67-37DD-3A40-E29DB72FB88F}"/>
              </a:ext>
            </a:extLst>
          </p:cNvPr>
          <p:cNvSpPr/>
          <p:nvPr/>
        </p:nvSpPr>
        <p:spPr>
          <a:xfrm>
            <a:off x="6072690" y="65397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F9EDE5-C519-68C9-6A39-3B4D4806938C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A0C3E-2A36-F524-547D-C0645EADA507}"/>
              </a:ext>
            </a:extLst>
          </p:cNvPr>
          <p:cNvSpPr txBox="1"/>
          <p:nvPr/>
        </p:nvSpPr>
        <p:spPr>
          <a:xfrm>
            <a:off x="6451599" y="99427"/>
            <a:ext cx="2716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data yang </a:t>
            </a:r>
            <a:r>
              <a:rPr lang="en-US" dirty="0" err="1"/>
              <a:t>akan</a:t>
            </a:r>
            <a:r>
              <a:rPr lang="en-US" dirty="0"/>
              <a:t> di Edit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8B20C-5425-B5BE-04D9-004084C12862}"/>
              </a:ext>
            </a:extLst>
          </p:cNvPr>
          <p:cNvSpPr txBox="1"/>
          <p:nvPr/>
        </p:nvSpPr>
        <p:spPr>
          <a:xfrm>
            <a:off x="6439226" y="591327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6D5450-47A2-3FA2-EE14-4694EE617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6" y="1966543"/>
            <a:ext cx="11706280" cy="472462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6ADABED-4AD6-B1B8-AF78-335572B9EBF3}"/>
              </a:ext>
            </a:extLst>
          </p:cNvPr>
          <p:cNvSpPr/>
          <p:nvPr/>
        </p:nvSpPr>
        <p:spPr>
          <a:xfrm>
            <a:off x="4613237" y="297785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C5DAAB-880C-EEDD-CC70-D6C2750CC719}"/>
              </a:ext>
            </a:extLst>
          </p:cNvPr>
          <p:cNvSpPr/>
          <p:nvPr/>
        </p:nvSpPr>
        <p:spPr>
          <a:xfrm>
            <a:off x="5181600" y="234285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39E36E8-DBE6-7AB9-3011-9A73804D6F27}"/>
              </a:ext>
            </a:extLst>
          </p:cNvPr>
          <p:cNvSpPr/>
          <p:nvPr/>
        </p:nvSpPr>
        <p:spPr>
          <a:xfrm>
            <a:off x="193040" y="1473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579835-8368-E602-90B8-00EA428AC026}"/>
              </a:ext>
            </a:extLst>
          </p:cNvPr>
          <p:cNvSpPr/>
          <p:nvPr/>
        </p:nvSpPr>
        <p:spPr>
          <a:xfrm>
            <a:off x="152400" y="10007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EFAF89-3126-CEA9-686F-AE6E35E8E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791" y="573497"/>
            <a:ext cx="362001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85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44296C-A3AC-1FBE-56C7-7D625E084E44}"/>
              </a:ext>
            </a:extLst>
          </p:cNvPr>
          <p:cNvSpPr/>
          <p:nvPr/>
        </p:nvSpPr>
        <p:spPr>
          <a:xfrm>
            <a:off x="2032000" y="2550758"/>
            <a:ext cx="4064000" cy="6705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- &gt;  CREATE BARCODE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0191C0-ACD1-6B17-3E81-F8C55DDBDD10}"/>
              </a:ext>
            </a:extLst>
          </p:cNvPr>
          <p:cNvSpPr/>
          <p:nvPr/>
        </p:nvSpPr>
        <p:spPr>
          <a:xfrm>
            <a:off x="1005243" y="2550758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D4EA3-302F-392F-E839-75F294F52A76}"/>
              </a:ext>
            </a:extLst>
          </p:cNvPr>
          <p:cNvSpPr/>
          <p:nvPr/>
        </p:nvSpPr>
        <p:spPr>
          <a:xfrm>
            <a:off x="7813936" y="1498301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ENTRY LOT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A99489-EF37-8575-350E-D17A3DFC6CD5}"/>
              </a:ext>
            </a:extLst>
          </p:cNvPr>
          <p:cNvSpPr/>
          <p:nvPr/>
        </p:nvSpPr>
        <p:spPr>
          <a:xfrm>
            <a:off x="7813936" y="2510416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BARCODE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09643-AAB2-EB36-8059-FE1D648DE60E}"/>
              </a:ext>
            </a:extLst>
          </p:cNvPr>
          <p:cNvSpPr/>
          <p:nvPr/>
        </p:nvSpPr>
        <p:spPr>
          <a:xfrm>
            <a:off x="7813936" y="3522531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BARCODE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1B202F-334F-1B76-3FF3-03A7DC7824F1}"/>
              </a:ext>
            </a:extLst>
          </p:cNvPr>
          <p:cNvSpPr/>
          <p:nvPr/>
        </p:nvSpPr>
        <p:spPr>
          <a:xfrm>
            <a:off x="6897445" y="1528781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62779E-653D-8FF5-2723-34AB2430E313}"/>
              </a:ext>
            </a:extLst>
          </p:cNvPr>
          <p:cNvSpPr/>
          <p:nvPr/>
        </p:nvSpPr>
        <p:spPr>
          <a:xfrm>
            <a:off x="6897445" y="257317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8294CF-19AA-F98F-7042-975D75FC916A}"/>
              </a:ext>
            </a:extLst>
          </p:cNvPr>
          <p:cNvSpPr/>
          <p:nvPr/>
        </p:nvSpPr>
        <p:spPr>
          <a:xfrm>
            <a:off x="6897445" y="3553011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C9A1F33-E9FC-E065-DB6B-985E63BC1278}"/>
              </a:ext>
            </a:extLst>
          </p:cNvPr>
          <p:cNvCxnSpPr>
            <a:stCxn id="4" idx="3"/>
            <a:endCxn id="9" idx="2"/>
          </p:cNvCxnSpPr>
          <p:nvPr/>
        </p:nvCxnSpPr>
        <p:spPr>
          <a:xfrm flipV="1">
            <a:off x="6096000" y="1833581"/>
            <a:ext cx="801445" cy="10524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2D9397D-1628-C77D-4E79-A13A9597C75C}"/>
              </a:ext>
            </a:extLst>
          </p:cNvPr>
          <p:cNvCxnSpPr>
            <a:stCxn id="4" idx="3"/>
            <a:endCxn id="11" idx="2"/>
          </p:cNvCxnSpPr>
          <p:nvPr/>
        </p:nvCxnSpPr>
        <p:spPr>
          <a:xfrm>
            <a:off x="6096000" y="2886038"/>
            <a:ext cx="801445" cy="9717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2AFE5D-E0B0-5B61-BA2D-46404612D001}"/>
              </a:ext>
            </a:extLst>
          </p:cNvPr>
          <p:cNvCxnSpPr>
            <a:stCxn id="4" idx="3"/>
            <a:endCxn id="10" idx="2"/>
          </p:cNvCxnSpPr>
          <p:nvPr/>
        </p:nvCxnSpPr>
        <p:spPr>
          <a:xfrm flipV="1">
            <a:off x="6096000" y="2877970"/>
            <a:ext cx="801445" cy="8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133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F3B8A3-2F1C-97B5-8B62-0309B709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2" y="1839558"/>
            <a:ext cx="11277600" cy="481187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548F5C-118E-2AEC-5340-096B41DD689C}"/>
              </a:ext>
            </a:extLst>
          </p:cNvPr>
          <p:cNvSpPr/>
          <p:nvPr/>
        </p:nvSpPr>
        <p:spPr>
          <a:xfrm>
            <a:off x="1305560" y="9398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ENTRY LOT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242099-3307-2064-63DC-EBF5FA8B672C}"/>
              </a:ext>
            </a:extLst>
          </p:cNvPr>
          <p:cNvSpPr/>
          <p:nvPr/>
        </p:nvSpPr>
        <p:spPr>
          <a:xfrm>
            <a:off x="6072690" y="65397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621452-B30C-5D1E-FEEB-A6401ED52EAF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094966-0118-1D16-34E5-1069537DE0C0}"/>
              </a:ext>
            </a:extLst>
          </p:cNvPr>
          <p:cNvSpPr txBox="1"/>
          <p:nvPr/>
        </p:nvSpPr>
        <p:spPr>
          <a:xfrm>
            <a:off x="6451599" y="99427"/>
            <a:ext cx="3660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Data PO yang </a:t>
            </a:r>
            <a:r>
              <a:rPr lang="en-US" dirty="0" err="1"/>
              <a:t>akan</a:t>
            </a:r>
            <a:r>
              <a:rPr lang="en-US" dirty="0"/>
              <a:t> di create 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55F51-E7E1-C799-CCDF-FBC147F2CF35}"/>
              </a:ext>
            </a:extLst>
          </p:cNvPr>
          <p:cNvSpPr txBox="1"/>
          <p:nvPr/>
        </p:nvSpPr>
        <p:spPr>
          <a:xfrm>
            <a:off x="6439226" y="591327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130BD6-4EA3-4091-EF7B-4EF3FC15E2C1}"/>
              </a:ext>
            </a:extLst>
          </p:cNvPr>
          <p:cNvSpPr/>
          <p:nvPr/>
        </p:nvSpPr>
        <p:spPr>
          <a:xfrm>
            <a:off x="193040" y="1473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690624-65D2-410C-E69B-4DEE627983F4}"/>
              </a:ext>
            </a:extLst>
          </p:cNvPr>
          <p:cNvSpPr/>
          <p:nvPr/>
        </p:nvSpPr>
        <p:spPr>
          <a:xfrm>
            <a:off x="152400" y="10007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D8EB9F-9C09-4803-D29A-7B3D7A83E06B}"/>
              </a:ext>
            </a:extLst>
          </p:cNvPr>
          <p:cNvSpPr/>
          <p:nvPr/>
        </p:nvSpPr>
        <p:spPr>
          <a:xfrm>
            <a:off x="1261831" y="106293"/>
            <a:ext cx="4064000" cy="6705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- &gt;  CREATE BARCODE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2B33D4-02E9-6930-5DB9-FCD2B8DD8E9F}"/>
              </a:ext>
            </a:extLst>
          </p:cNvPr>
          <p:cNvSpPr/>
          <p:nvPr/>
        </p:nvSpPr>
        <p:spPr>
          <a:xfrm>
            <a:off x="1261831" y="311404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267905-3B01-A8CE-3069-D1DDA87C0877}"/>
              </a:ext>
            </a:extLst>
          </p:cNvPr>
          <p:cNvSpPr/>
          <p:nvPr/>
        </p:nvSpPr>
        <p:spPr>
          <a:xfrm>
            <a:off x="4993640" y="311404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9C5A1D-9E83-A212-E693-19BB826F42D8}"/>
              </a:ext>
            </a:extLst>
          </p:cNvPr>
          <p:cNvSpPr/>
          <p:nvPr/>
        </p:nvSpPr>
        <p:spPr>
          <a:xfrm>
            <a:off x="6096000" y="111060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A9D398-6DAF-36B0-511C-20897EABDF03}"/>
              </a:ext>
            </a:extLst>
          </p:cNvPr>
          <p:cNvSpPr/>
          <p:nvPr/>
        </p:nvSpPr>
        <p:spPr>
          <a:xfrm>
            <a:off x="3149600" y="3584074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D37C1D-BE97-1A0F-ED6C-04C23C1CEADF}"/>
              </a:ext>
            </a:extLst>
          </p:cNvPr>
          <p:cNvSpPr/>
          <p:nvPr/>
        </p:nvSpPr>
        <p:spPr>
          <a:xfrm>
            <a:off x="2066861" y="4245494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769A26-C86D-E08D-08CC-F2F8FA9C1E6D}"/>
              </a:ext>
            </a:extLst>
          </p:cNvPr>
          <p:cNvSpPr/>
          <p:nvPr/>
        </p:nvSpPr>
        <p:spPr>
          <a:xfrm>
            <a:off x="6096000" y="153414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59E03A-56A6-DD91-A5FB-5CFB1E053B0E}"/>
              </a:ext>
            </a:extLst>
          </p:cNvPr>
          <p:cNvSpPr/>
          <p:nvPr/>
        </p:nvSpPr>
        <p:spPr>
          <a:xfrm>
            <a:off x="4949911" y="426458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B3F487-9C0C-DBD3-C1A9-16CABD7A9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169" y="536111"/>
            <a:ext cx="419158" cy="42868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3610CE2-6853-7464-8793-8A227EB80306}"/>
              </a:ext>
            </a:extLst>
          </p:cNvPr>
          <p:cNvSpPr/>
          <p:nvPr/>
        </p:nvSpPr>
        <p:spPr>
          <a:xfrm>
            <a:off x="6822440" y="457954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DC5932-2E88-D5A9-38F0-4BEFD2274AD6}"/>
              </a:ext>
            </a:extLst>
          </p:cNvPr>
          <p:cNvSpPr txBox="1"/>
          <p:nvPr/>
        </p:nvSpPr>
        <p:spPr>
          <a:xfrm>
            <a:off x="6439226" y="1078563"/>
            <a:ext cx="2215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Tanggal</a:t>
            </a:r>
            <a:r>
              <a:rPr lang="en-US" dirty="0"/>
              <a:t> ETD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63BFF1-4336-D1E6-2B37-97333D119815}"/>
              </a:ext>
            </a:extLst>
          </p:cNvPr>
          <p:cNvSpPr txBox="1"/>
          <p:nvPr/>
        </p:nvSpPr>
        <p:spPr>
          <a:xfrm>
            <a:off x="6544527" y="1508655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95124D4-438F-18D0-B8ED-7969727BC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193" y="1484303"/>
            <a:ext cx="933580" cy="38105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E04B5E4-29DF-8F90-85BC-AB41A238F143}"/>
              </a:ext>
            </a:extLst>
          </p:cNvPr>
          <p:cNvSpPr/>
          <p:nvPr/>
        </p:nvSpPr>
        <p:spPr>
          <a:xfrm>
            <a:off x="9409875" y="44854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FD30C1-E350-A28E-C42C-FA064870DB6B}"/>
              </a:ext>
            </a:extLst>
          </p:cNvPr>
          <p:cNvSpPr txBox="1"/>
          <p:nvPr/>
        </p:nvSpPr>
        <p:spPr>
          <a:xfrm>
            <a:off x="9776411" y="385895"/>
            <a:ext cx="136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530D37B-4B24-CE0B-8C85-E384758F1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354" y="330679"/>
            <a:ext cx="419158" cy="42868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833B8F6-A5D2-2898-35DC-8C5708C7C884}"/>
              </a:ext>
            </a:extLst>
          </p:cNvPr>
          <p:cNvSpPr/>
          <p:nvPr/>
        </p:nvSpPr>
        <p:spPr>
          <a:xfrm>
            <a:off x="9414221" y="138743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95E6E-B32A-9244-863F-FB6C1EA21D3F}"/>
              </a:ext>
            </a:extLst>
          </p:cNvPr>
          <p:cNvSpPr txBox="1"/>
          <p:nvPr/>
        </p:nvSpPr>
        <p:spPr>
          <a:xfrm>
            <a:off x="9862748" y="1361942"/>
            <a:ext cx="130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27EDA81-7BA7-08EB-2ED7-DF726C689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0414" y="1337590"/>
            <a:ext cx="933580" cy="38105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264B2182-EB06-821D-293E-9DC487EECCB9}"/>
              </a:ext>
            </a:extLst>
          </p:cNvPr>
          <p:cNvSpPr/>
          <p:nvPr/>
        </p:nvSpPr>
        <p:spPr>
          <a:xfrm>
            <a:off x="9423605" y="91115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77C113-38DA-BFC2-6B1D-22E6C8B4130E}"/>
              </a:ext>
            </a:extLst>
          </p:cNvPr>
          <p:cNvSpPr txBox="1"/>
          <p:nvPr/>
        </p:nvSpPr>
        <p:spPr>
          <a:xfrm>
            <a:off x="9790141" y="848513"/>
            <a:ext cx="3385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Rubah</a:t>
            </a:r>
            <a:r>
              <a:rPr lang="en-US" dirty="0"/>
              <a:t> Data size </a:t>
            </a:r>
            <a:r>
              <a:rPr lang="en-US" dirty="0" err="1"/>
              <a:t>apabila</a:t>
            </a:r>
            <a:r>
              <a:rPr lang="en-US" dirty="0"/>
              <a:t> di </a:t>
            </a:r>
            <a:r>
              <a:rPr lang="en-US" dirty="0" err="1"/>
              <a:t>bagi</a:t>
            </a:r>
            <a:r>
              <a:rPr lang="en-US" dirty="0"/>
              <a:t> lot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34EFCF-CE61-033F-60A3-8DCC69F49F0C}"/>
              </a:ext>
            </a:extLst>
          </p:cNvPr>
          <p:cNvSpPr/>
          <p:nvPr/>
        </p:nvSpPr>
        <p:spPr>
          <a:xfrm>
            <a:off x="7852193" y="4835165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80857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A58441-CB1D-6D7B-47C9-703CBA849922}"/>
              </a:ext>
            </a:extLst>
          </p:cNvPr>
          <p:cNvSpPr/>
          <p:nvPr/>
        </p:nvSpPr>
        <p:spPr>
          <a:xfrm>
            <a:off x="1305560" y="9398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BARCODE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36B2F9-6432-A6C1-A258-E44F677C49F3}"/>
              </a:ext>
            </a:extLst>
          </p:cNvPr>
          <p:cNvSpPr/>
          <p:nvPr/>
        </p:nvSpPr>
        <p:spPr>
          <a:xfrm>
            <a:off x="6072690" y="65397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DE5364-2DB0-991B-7341-B42A1C3D88DC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E524D-7148-4DB8-DFA3-29B7DCCBD725}"/>
              </a:ext>
            </a:extLst>
          </p:cNvPr>
          <p:cNvSpPr txBox="1"/>
          <p:nvPr/>
        </p:nvSpPr>
        <p:spPr>
          <a:xfrm>
            <a:off x="6451599" y="99427"/>
            <a:ext cx="407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Data PO yang </a:t>
            </a:r>
            <a:r>
              <a:rPr lang="en-US" dirty="0" err="1"/>
              <a:t>akan</a:t>
            </a:r>
            <a:r>
              <a:rPr lang="en-US" dirty="0"/>
              <a:t> di create Barcode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022AF-216A-52B8-AE28-459C62149FAD}"/>
              </a:ext>
            </a:extLst>
          </p:cNvPr>
          <p:cNvSpPr txBox="1"/>
          <p:nvPr/>
        </p:nvSpPr>
        <p:spPr>
          <a:xfrm>
            <a:off x="6439226" y="591327"/>
            <a:ext cx="1474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Data Lot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848649-7E96-9798-2149-DF5FDE1B7395}"/>
              </a:ext>
            </a:extLst>
          </p:cNvPr>
          <p:cNvSpPr/>
          <p:nvPr/>
        </p:nvSpPr>
        <p:spPr>
          <a:xfrm>
            <a:off x="193040" y="1473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4B0D8E-B110-3F4C-8762-3405ED034F35}"/>
              </a:ext>
            </a:extLst>
          </p:cNvPr>
          <p:cNvSpPr/>
          <p:nvPr/>
        </p:nvSpPr>
        <p:spPr>
          <a:xfrm>
            <a:off x="152400" y="10007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A50B9B-A424-7F81-4DA8-676357603929}"/>
              </a:ext>
            </a:extLst>
          </p:cNvPr>
          <p:cNvSpPr/>
          <p:nvPr/>
        </p:nvSpPr>
        <p:spPr>
          <a:xfrm>
            <a:off x="1261831" y="106293"/>
            <a:ext cx="4064000" cy="6705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- &gt;  CREATE BARCODE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0E6FD9-0D51-8B3D-6D1B-8233282B0C78}"/>
              </a:ext>
            </a:extLst>
          </p:cNvPr>
          <p:cNvSpPr/>
          <p:nvPr/>
        </p:nvSpPr>
        <p:spPr>
          <a:xfrm>
            <a:off x="6096000" y="111060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C693DE-AD00-BF44-0F85-7371F4644ADB}"/>
              </a:ext>
            </a:extLst>
          </p:cNvPr>
          <p:cNvSpPr/>
          <p:nvPr/>
        </p:nvSpPr>
        <p:spPr>
          <a:xfrm>
            <a:off x="6096000" y="153414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D0EBA-0CBD-FE1B-6A92-85EC3A13C654}"/>
              </a:ext>
            </a:extLst>
          </p:cNvPr>
          <p:cNvSpPr txBox="1"/>
          <p:nvPr/>
        </p:nvSpPr>
        <p:spPr>
          <a:xfrm>
            <a:off x="6439226" y="1078563"/>
            <a:ext cx="1743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Component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33080F-ECD2-41AC-5B59-5C767B88B767}"/>
              </a:ext>
            </a:extLst>
          </p:cNvPr>
          <p:cNvSpPr txBox="1"/>
          <p:nvPr/>
        </p:nvSpPr>
        <p:spPr>
          <a:xfrm>
            <a:off x="6544527" y="1508655"/>
            <a:ext cx="279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Create Barcode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AE3C9F-F819-9C81-9A43-4A823D5C5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50" y="1901764"/>
            <a:ext cx="11646150" cy="483127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BEFCF97-2385-B20C-5FF7-392766D53CE2}"/>
              </a:ext>
            </a:extLst>
          </p:cNvPr>
          <p:cNvSpPr/>
          <p:nvPr/>
        </p:nvSpPr>
        <p:spPr>
          <a:xfrm>
            <a:off x="1794734" y="327152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C1CCB5-B8E0-90D7-50B0-A2CE0D743129}"/>
              </a:ext>
            </a:extLst>
          </p:cNvPr>
          <p:cNvSpPr/>
          <p:nvPr/>
        </p:nvSpPr>
        <p:spPr>
          <a:xfrm>
            <a:off x="6096000" y="328533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7F7617-A26E-DA9D-7F6B-E68E254BF62F}"/>
              </a:ext>
            </a:extLst>
          </p:cNvPr>
          <p:cNvSpPr/>
          <p:nvPr/>
        </p:nvSpPr>
        <p:spPr>
          <a:xfrm>
            <a:off x="8290588" y="326713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0C4E05-DCDA-1628-8D81-A87B809F400C}"/>
              </a:ext>
            </a:extLst>
          </p:cNvPr>
          <p:cNvSpPr/>
          <p:nvPr/>
        </p:nvSpPr>
        <p:spPr>
          <a:xfrm>
            <a:off x="7580828" y="632188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54652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33103E-4016-472C-98F5-8AEB44EACA81}"/>
              </a:ext>
            </a:extLst>
          </p:cNvPr>
          <p:cNvSpPr/>
          <p:nvPr/>
        </p:nvSpPr>
        <p:spPr>
          <a:xfrm>
            <a:off x="1305560" y="939800"/>
            <a:ext cx="4064000" cy="6705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BARCODE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6371AA-B4DB-796A-6337-11FA6CE8F94F}"/>
              </a:ext>
            </a:extLst>
          </p:cNvPr>
          <p:cNvSpPr/>
          <p:nvPr/>
        </p:nvSpPr>
        <p:spPr>
          <a:xfrm>
            <a:off x="6072690" y="65397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1CB08-60BF-EBEF-D383-526B558D5E4B}"/>
              </a:ext>
            </a:extLst>
          </p:cNvPr>
          <p:cNvSpPr/>
          <p:nvPr/>
        </p:nvSpPr>
        <p:spPr>
          <a:xfrm>
            <a:off x="6096000" y="12661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F6A9C-B871-6C5E-4C33-4742A7B3E356}"/>
              </a:ext>
            </a:extLst>
          </p:cNvPr>
          <p:cNvSpPr txBox="1"/>
          <p:nvPr/>
        </p:nvSpPr>
        <p:spPr>
          <a:xfrm>
            <a:off x="6451599" y="99427"/>
            <a:ext cx="407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Data PO yang </a:t>
            </a:r>
            <a:r>
              <a:rPr lang="en-US" dirty="0" err="1"/>
              <a:t>akan</a:t>
            </a:r>
            <a:r>
              <a:rPr lang="en-US" dirty="0"/>
              <a:t> di create Barcode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0BDBD-481F-472F-B6DB-B73AC4EB8F35}"/>
              </a:ext>
            </a:extLst>
          </p:cNvPr>
          <p:cNvSpPr txBox="1"/>
          <p:nvPr/>
        </p:nvSpPr>
        <p:spPr>
          <a:xfrm>
            <a:off x="6439226" y="591327"/>
            <a:ext cx="1474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Data Lot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6B3FDD-ECD1-8BA7-40A4-5C3ECD4AD013}"/>
              </a:ext>
            </a:extLst>
          </p:cNvPr>
          <p:cNvSpPr/>
          <p:nvPr/>
        </p:nvSpPr>
        <p:spPr>
          <a:xfrm>
            <a:off x="193040" y="147320"/>
            <a:ext cx="67056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38066A-9098-F936-9271-EC898AF96AE6}"/>
              </a:ext>
            </a:extLst>
          </p:cNvPr>
          <p:cNvSpPr/>
          <p:nvPr/>
        </p:nvSpPr>
        <p:spPr>
          <a:xfrm>
            <a:off x="152400" y="1000760"/>
            <a:ext cx="67056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76F730-C19B-B7E8-38BB-D7311B3AD4D5}"/>
              </a:ext>
            </a:extLst>
          </p:cNvPr>
          <p:cNvSpPr/>
          <p:nvPr/>
        </p:nvSpPr>
        <p:spPr>
          <a:xfrm>
            <a:off x="1261831" y="106293"/>
            <a:ext cx="4064000" cy="6705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- &gt;  CREATE BARCODE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CA3012-358A-7759-0CBA-F76F29A34B04}"/>
              </a:ext>
            </a:extLst>
          </p:cNvPr>
          <p:cNvSpPr/>
          <p:nvPr/>
        </p:nvSpPr>
        <p:spPr>
          <a:xfrm>
            <a:off x="6096000" y="111060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F3EFE-5540-EAB3-E8FC-6F82635DD593}"/>
              </a:ext>
            </a:extLst>
          </p:cNvPr>
          <p:cNvSpPr/>
          <p:nvPr/>
        </p:nvSpPr>
        <p:spPr>
          <a:xfrm>
            <a:off x="6096000" y="1534146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C3734-3017-6165-F965-E04D88006AE5}"/>
              </a:ext>
            </a:extLst>
          </p:cNvPr>
          <p:cNvSpPr txBox="1"/>
          <p:nvPr/>
        </p:nvSpPr>
        <p:spPr>
          <a:xfrm>
            <a:off x="6439226" y="1078563"/>
            <a:ext cx="1743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Component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010739-920E-8F8E-1B5C-D5629F625F7B}"/>
              </a:ext>
            </a:extLst>
          </p:cNvPr>
          <p:cNvSpPr txBox="1"/>
          <p:nvPr/>
        </p:nvSpPr>
        <p:spPr>
          <a:xfrm>
            <a:off x="6544527" y="1508655"/>
            <a:ext cx="997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Size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5C98E5-25B0-CFDC-688A-4A7ED8524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1" y="1964238"/>
            <a:ext cx="10295068" cy="483681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275637C-46B9-7356-EFEF-CDEEB507B799}"/>
              </a:ext>
            </a:extLst>
          </p:cNvPr>
          <p:cNvSpPr/>
          <p:nvPr/>
        </p:nvSpPr>
        <p:spPr>
          <a:xfrm>
            <a:off x="1977614" y="327152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7A02A3-A599-D9AA-5F2C-9C3EC11E757C}"/>
              </a:ext>
            </a:extLst>
          </p:cNvPr>
          <p:cNvSpPr/>
          <p:nvPr/>
        </p:nvSpPr>
        <p:spPr>
          <a:xfrm>
            <a:off x="5720080" y="327152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C3351B-471D-4E2A-248D-B27870F900DF}"/>
              </a:ext>
            </a:extLst>
          </p:cNvPr>
          <p:cNvSpPr/>
          <p:nvPr/>
        </p:nvSpPr>
        <p:spPr>
          <a:xfrm>
            <a:off x="7563655" y="327152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9C2705-5536-824C-FE55-E2C8A72F09F2}"/>
              </a:ext>
            </a:extLst>
          </p:cNvPr>
          <p:cNvSpPr/>
          <p:nvPr/>
        </p:nvSpPr>
        <p:spPr>
          <a:xfrm>
            <a:off x="7726222" y="4636318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942F6E-98FE-6870-E202-58B57D194400}"/>
              </a:ext>
            </a:extLst>
          </p:cNvPr>
          <p:cNvSpPr/>
          <p:nvPr/>
        </p:nvSpPr>
        <p:spPr>
          <a:xfrm>
            <a:off x="9901060" y="3274280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57AF49-F993-2C1A-B445-2C8DEF96BAA5}"/>
              </a:ext>
            </a:extLst>
          </p:cNvPr>
          <p:cNvSpPr/>
          <p:nvPr/>
        </p:nvSpPr>
        <p:spPr>
          <a:xfrm>
            <a:off x="9339651" y="6309729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402B6A-D8FC-7FC5-0886-0A8BF037D45E}"/>
              </a:ext>
            </a:extLst>
          </p:cNvPr>
          <p:cNvSpPr/>
          <p:nvPr/>
        </p:nvSpPr>
        <p:spPr>
          <a:xfrm>
            <a:off x="8839617" y="616181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B5AF33-5627-EEA0-74A7-647F26D689A3}"/>
              </a:ext>
            </a:extLst>
          </p:cNvPr>
          <p:cNvSpPr txBox="1"/>
          <p:nvPr/>
        </p:nvSpPr>
        <p:spPr>
          <a:xfrm>
            <a:off x="9217069" y="583986"/>
            <a:ext cx="2454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Box barcode yang</a:t>
            </a:r>
          </a:p>
          <a:p>
            <a:r>
              <a:rPr lang="en-US" dirty="0"/>
              <a:t>Akan di Print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CD3D02-DA12-8A7D-DA94-C450523367BB}"/>
              </a:ext>
            </a:extLst>
          </p:cNvPr>
          <p:cNvSpPr/>
          <p:nvPr/>
        </p:nvSpPr>
        <p:spPr>
          <a:xfrm>
            <a:off x="8839617" y="1425563"/>
            <a:ext cx="375920" cy="3149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626305-5E03-4CAF-2B43-C94E60CE210A}"/>
              </a:ext>
            </a:extLst>
          </p:cNvPr>
          <p:cNvSpPr txBox="1"/>
          <p:nvPr/>
        </p:nvSpPr>
        <p:spPr>
          <a:xfrm>
            <a:off x="9226715" y="1380414"/>
            <a:ext cx="2629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Button Print Barcode</a:t>
            </a:r>
          </a:p>
        </p:txBody>
      </p:sp>
    </p:spTree>
    <p:extLst>
      <p:ext uri="{BB962C8B-B14F-4D97-AF65-F5344CB8AC3E}">
        <p14:creationId xmlns:p14="http://schemas.microsoft.com/office/powerpoint/2010/main" val="3236415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742</Words>
  <Application>Microsoft Office PowerPoint</Application>
  <PresentationFormat>Widescreen</PresentationFormat>
  <Paragraphs>320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 TUF GAMING</dc:creator>
  <cp:lastModifiedBy>ASUS TUF GAMING</cp:lastModifiedBy>
  <cp:revision>2</cp:revision>
  <dcterms:created xsi:type="dcterms:W3CDTF">2025-07-10T16:27:49Z</dcterms:created>
  <dcterms:modified xsi:type="dcterms:W3CDTF">2025-07-11T00:35:43Z</dcterms:modified>
</cp:coreProperties>
</file>